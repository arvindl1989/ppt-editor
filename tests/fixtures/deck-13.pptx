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media/image2.svg" ContentType="image/svg+xml"/>
  <Override PartName="/ppt/media/image3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1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</p:sldMasterIdLst>
  <p:notesMasterIdLst>
    <p:notesMasterId r:id="rId30"/>
  </p:notesMasterIdLst>
  <p:handoutMasterIdLst>
    <p:handoutMasterId r:id="rId31"/>
  </p:handoutMasterIdLst>
  <p:sldIdLst>
    <p:sldId id="304" r:id="rId43"/>
    <p:sldId id="305" r:id="rId44"/>
    <p:sldId id="306" r:id="rId45"/>
    <p:sldId id="307" r:id="rId46"/>
    <p:sldId id="308" r:id="rId47"/>
    <p:sldId id="309" r:id="rId48"/>
    <p:sldId id="310" r:id="rId49"/>
    <p:sldId id="311" r:id="rId50"/>
    <p:sldId id="312" r:id="rId51"/>
    <p:sldId id="313" r:id="rId52"/>
    <p:sldId id="301" r:id="rId15"/>
  </p:sldIdLst>
  <p:sldSz cx="12192000" cy="6858000"/>
  <p:notesSz cx="6858000" cy="9144000"/>
  <p:embeddedFontLst>
    <p:embeddedFont>
      <p:font typeface="Inter" panose="02000503000000020004" pitchFamily="2" charset="0"/>
      <p:regular r:id="rId32"/>
      <p:bold r:id="rId33"/>
      <p:italic r:id="rId34"/>
      <p:boldItalic r:id="rId35"/>
    </p:embeddedFont>
    <p:embeddedFont>
      <p:font typeface="Inter SemiBold" panose="02000503000000020004" pitchFamily="2" charset="0"/>
      <p:bold r:id="rId36"/>
    </p:embeddedFont>
    <p:embeddedFont>
      <p:font typeface="KONE Information" panose="020B0603040000020003" pitchFamily="34" charset="-79"/>
      <p:regular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llemlayout 2 - Marker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88523" autoAdjust="0"/>
  </p:normalViewPr>
  <p:slideViewPr>
    <p:cSldViewPr snapToGrid="0" showGuides="1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00" d="100"/>
          <a:sy n="100" d="100"/>
        </p:scale>
        <p:origin x="3852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5" Type="http://schemas.openxmlformats.org/officeDocument/2006/relationships/slide" Target="slides/slide11.xml"/><Relationship Id="rId30" Type="http://schemas.openxmlformats.org/officeDocument/2006/relationships/notesMaster" Target="notesMasters/notesMaster1.xml"/><Relationship Id="rId31" Type="http://schemas.openxmlformats.org/officeDocument/2006/relationships/handoutMaster" Target="handoutMasters/handoutMaster1.xml"/><Relationship Id="rId32" Type="http://schemas.openxmlformats.org/officeDocument/2006/relationships/font" Target="fonts/font1.fntdata"/><Relationship Id="rId33" Type="http://schemas.openxmlformats.org/officeDocument/2006/relationships/font" Target="fonts/font2.fntdata"/><Relationship Id="rId34" Type="http://schemas.openxmlformats.org/officeDocument/2006/relationships/font" Target="fonts/font3.fntdata"/><Relationship Id="rId35" Type="http://schemas.openxmlformats.org/officeDocument/2006/relationships/font" Target="fonts/font4.fntdata"/><Relationship Id="rId36" Type="http://schemas.openxmlformats.org/officeDocument/2006/relationships/font" Target="fonts/font5.fntdata"/><Relationship Id="rId37" Type="http://schemas.openxmlformats.org/officeDocument/2006/relationships/font" Target="fonts/font6.fntdata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Relationship Id="rId42" Type="http://schemas.microsoft.com/office/2018/10/relationships/authors" Target="authors.xml"/><Relationship Id="rId43" Type="http://schemas.openxmlformats.org/officeDocument/2006/relationships/slide" Target="slides/slide26.xml"/><Relationship Id="rId44" Type="http://schemas.openxmlformats.org/officeDocument/2006/relationships/slide" Target="slides/slide27.xml"/><Relationship Id="rId45" Type="http://schemas.openxmlformats.org/officeDocument/2006/relationships/slide" Target="slides/slide28.xml"/><Relationship Id="rId46" Type="http://schemas.openxmlformats.org/officeDocument/2006/relationships/slide" Target="slides/slide29.xml"/><Relationship Id="rId47" Type="http://schemas.openxmlformats.org/officeDocument/2006/relationships/slide" Target="slides/slide30.xml"/><Relationship Id="rId48" Type="http://schemas.openxmlformats.org/officeDocument/2006/relationships/slide" Target="slides/slide31.xml"/><Relationship Id="rId49" Type="http://schemas.openxmlformats.org/officeDocument/2006/relationships/slide" Target="slides/slide32.xml"/><Relationship Id="rId50" Type="http://schemas.openxmlformats.org/officeDocument/2006/relationships/slide" Target="slides/slide33.xml"/><Relationship Id="rId51" Type="http://schemas.openxmlformats.org/officeDocument/2006/relationships/slide" Target="slides/slide34.xml"/><Relationship Id="rId52" Type="http://schemas.openxmlformats.org/officeDocument/2006/relationships/slide" Target="slides/slide35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261ADCD-0986-466F-BCF4-F1403744020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sz="9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AD45B1-DDA3-4823-B57F-398ED6D7CE5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F922B7-12BE-4814-9BF9-CF0C92ACA324}" type="datetime1">
              <a:rPr lang="en-GB" sz="900" smtClean="0"/>
              <a:t>23/07/2026</a:t>
            </a:fld>
            <a:endParaRPr lang="en-GB" sz="9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3B3C53-DC75-4A5C-81E7-5D7CB96E129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BF6EE6-6533-46A0-A8FB-DBC252423243}" type="slidenum">
              <a:rPr lang="en-GB" sz="900" smtClean="0"/>
              <a:t>‹#›</a:t>
            </a:fld>
            <a:endParaRPr lang="en-GB" sz="90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1B013-C79C-4BAB-9591-CE1E1BF2A98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sz="900"/>
          </a:p>
        </p:txBody>
      </p:sp>
    </p:spTree>
    <p:extLst>
      <p:ext uri="{BB962C8B-B14F-4D97-AF65-F5344CB8AC3E}">
        <p14:creationId xmlns:p14="http://schemas.microsoft.com/office/powerpoint/2010/main" val="1394799716"/>
      </p:ext>
    </p:extLst>
  </p:cSld>
  <p:clrMap bg1="lt1" tx1="dk1" bg2="lt2" tx2="dk2" accent1="accent1" accent2="accent2" accent3="accent3" accent4="accent4" accent5="accent5" accent6="accent6" hlink="hlink" folHlink="folHlink"/>
  <p:hf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7838611-CB23-4A11-B466-01829FB3E6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/>
            </a:lvl1pPr>
          </a:lstStyle>
          <a:p>
            <a:fld id="{1B1D025B-ACD2-45C1-B156-1DDB470CE31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F8BE06-C1AD-4FF4-9212-678516BAB9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410225-CB48-4A2A-9739-463AD2DBC317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900"/>
            </a:lvl1pPr>
          </a:lstStyle>
          <a:p>
            <a:fld id="{DA245902-357C-4DB6-A169-6A42642CA7C0}" type="datetime1">
              <a:rPr lang="en-GB" smtClean="0"/>
              <a:t>23/07/2026</a:t>
            </a:fld>
            <a:endParaRPr lang="en-GB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668863D3-1D0C-412C-99BB-873840116AC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900"/>
            </a:lvl1pPr>
          </a:lstStyle>
          <a:p>
            <a:endParaRPr lang="en-GB" dirty="0"/>
          </a:p>
        </p:txBody>
      </p:sp>
      <p:sp>
        <p:nvSpPr>
          <p:cNvPr id="6" name="Slide Image Placeholder 5">
            <a:extLst>
              <a:ext uri="{FF2B5EF4-FFF2-40B4-BE49-F238E27FC236}">
                <a16:creationId xmlns:a16="http://schemas.microsoft.com/office/drawing/2014/main" id="{5E44B7E2-ED93-42BE-81A6-FE398D91C1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5691570-C65F-4C66-9CB2-8798BF7E897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/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00601147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indent="0" algn="l" defTabSz="914400" rtl="0" eaLnBrk="1" latinLnBrk="0" hangingPunct="1">
      <a:buFont typeface="Arial" panose="020B0604020202020204" pitchFamily="34" charset="0"/>
      <a:buNone/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180000" indent="0" algn="l" defTabSz="914400" rtl="0" eaLnBrk="1" latinLnBrk="0" hangingPunct="1">
      <a:buFont typeface="Arial" panose="020B0604020202020204" pitchFamily="34" charset="0"/>
      <a:buNone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360000" indent="0" algn="l" defTabSz="914400" rtl="0" eaLnBrk="1" latinLnBrk="0" hangingPunct="1">
      <a:buFont typeface="Arial" panose="020B0604020202020204" pitchFamily="34" charset="0"/>
      <a:buNone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540000" indent="0" algn="l" defTabSz="914400" rtl="0" eaLnBrk="1" latinLnBrk="0" hangingPunct="1">
      <a:buFont typeface="Arial" panose="020B0604020202020204" pitchFamily="34" charset="0"/>
      <a:buNone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720000" indent="0" algn="l" defTabSz="914400" rtl="0" eaLnBrk="1" latinLnBrk="0" hangingPunct="1">
      <a:buFont typeface="Arial" panose="020B0604020202020204" pitchFamily="34" charset="0"/>
      <a:buNone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svg"/><Relationship Id="rId4" Type="http://schemas.openxmlformats.org/officeDocument/2006/relationships/image" Target="../media/image3.svg"/><Relationship Id="rId5" Type="http://schemas.openxmlformats.org/officeDocument/2006/relationships/image" Target="../media/image80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2.svg"/><Relationship Id="rId4" Type="http://schemas.openxmlformats.org/officeDocument/2006/relationships/image" Target="../media/image3.svg"/><Relationship Id="rId5" Type="http://schemas.openxmlformats.org/officeDocument/2006/relationships/image" Target="../media/image81.png"/><Relationship Id="rId6" Type="http://schemas.openxmlformats.org/officeDocument/2006/relationships/image" Target="../media/image80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svg"/><Relationship Id="rId4" Type="http://schemas.openxmlformats.org/officeDocument/2006/relationships/image" Target="../media/image80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3.svg"/><Relationship Id="rId4" Type="http://schemas.openxmlformats.org/officeDocument/2006/relationships/image" Target="../media/image81.png"/><Relationship Id="rId5" Type="http://schemas.openxmlformats.org/officeDocument/2006/relationships/image" Target="../media/image80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3.svg"/><Relationship Id="rId4" Type="http://schemas.openxmlformats.org/officeDocument/2006/relationships/image" Target="../media/image81.png"/><Relationship Id="rId5" Type="http://schemas.openxmlformats.org/officeDocument/2006/relationships/image" Target="../media/image80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6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8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8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svg"/><Relationship Id="rId3" Type="http://schemas.openxmlformats.org/officeDocument/2006/relationships/image" Target="../media/image8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8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8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81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3.svg"/><Relationship Id="rId4" Type="http://schemas.openxmlformats.org/officeDocument/2006/relationships/image" Target="../media/image81.png"/><Relationship Id="rId5" Type="http://schemas.openxmlformats.org/officeDocument/2006/relationships/image" Target="../media/image80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svg"/><Relationship Id="rId3" Type="http://schemas.openxmlformats.org/officeDocument/2006/relationships/image" Target="../media/image81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8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81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81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81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81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8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8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8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8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81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81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81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81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81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81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81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81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82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81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81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81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81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81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81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svg"/><Relationship Id="rId3" Type="http://schemas.openxmlformats.org/officeDocument/2006/relationships/image" Target="../media/image81.pn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svg"/><Relationship Id="rId3" Type="http://schemas.openxmlformats.org/officeDocument/2006/relationships/image" Target="../media/image81.pn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81.pn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81.pn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sv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sv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81.pn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2.svg"/><Relationship Id="rId4" Type="http://schemas.openxmlformats.org/officeDocument/2006/relationships/image" Target="../media/image3.svg"/><Relationship Id="rId5" Type="http://schemas.openxmlformats.org/officeDocument/2006/relationships/image" Target="../media/image81.png"/><Relationship Id="rId6" Type="http://schemas.openxmlformats.org/officeDocument/2006/relationships/image" Target="../media/image80.pn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svg"/><Relationship Id="rId3" Type="http://schemas.openxmlformats.org/officeDocument/2006/relationships/image" Target="../media/image81.pn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81.png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81.pn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81.png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81.png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81.pn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3EC2906D-C91C-4D55-616A-0E01E668DAF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3200" cy="4012756"/>
          </a:xfrm>
          <a:custGeom>
            <a:avLst/>
            <a:gdLst>
              <a:gd name="connsiteX0" fmla="*/ 9441027 w 12193200"/>
              <a:gd name="connsiteY0" fmla="*/ 0 h 4012756"/>
              <a:gd name="connsiteX1" fmla="*/ 12193200 w 12193200"/>
              <a:gd name="connsiteY1" fmla="*/ 0 h 4012756"/>
              <a:gd name="connsiteX2" fmla="*/ 12193200 w 12193200"/>
              <a:gd name="connsiteY2" fmla="*/ 3541448 h 4012756"/>
              <a:gd name="connsiteX3" fmla="*/ 9441027 w 12193200"/>
              <a:gd name="connsiteY3" fmla="*/ 3541448 h 4012756"/>
              <a:gd name="connsiteX4" fmla="*/ 6290579 w 12193200"/>
              <a:gd name="connsiteY4" fmla="*/ 0 h 4012756"/>
              <a:gd name="connsiteX5" fmla="*/ 9042751 w 12193200"/>
              <a:gd name="connsiteY5" fmla="*/ 0 h 4012756"/>
              <a:gd name="connsiteX6" fmla="*/ 9042751 w 12193200"/>
              <a:gd name="connsiteY6" fmla="*/ 4012756 h 4012756"/>
              <a:gd name="connsiteX7" fmla="*/ 6290579 w 12193200"/>
              <a:gd name="connsiteY7" fmla="*/ 4012756 h 4012756"/>
              <a:gd name="connsiteX8" fmla="*/ 3145340 w 12193200"/>
              <a:gd name="connsiteY8" fmla="*/ 0 h 4012756"/>
              <a:gd name="connsiteX9" fmla="*/ 5897513 w 12193200"/>
              <a:gd name="connsiteY9" fmla="*/ 0 h 4012756"/>
              <a:gd name="connsiteX10" fmla="*/ 5897513 w 12193200"/>
              <a:gd name="connsiteY10" fmla="*/ 3070139 h 4012756"/>
              <a:gd name="connsiteX11" fmla="*/ 3145340 w 12193200"/>
              <a:gd name="connsiteY11" fmla="*/ 3070139 h 4012756"/>
              <a:gd name="connsiteX12" fmla="*/ 0 w 12193200"/>
              <a:gd name="connsiteY12" fmla="*/ 0 h 4012756"/>
              <a:gd name="connsiteX13" fmla="*/ 2752174 w 12193200"/>
              <a:gd name="connsiteY13" fmla="*/ 0 h 4012756"/>
              <a:gd name="connsiteX14" fmla="*/ 2752174 w 12193200"/>
              <a:gd name="connsiteY14" fmla="*/ 2373009 h 4012756"/>
              <a:gd name="connsiteX15" fmla="*/ 0 w 12193200"/>
              <a:gd name="connsiteY15" fmla="*/ 2373009 h 4012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93200" h="4012756">
                <a:moveTo>
                  <a:pt x="9441027" y="0"/>
                </a:moveTo>
                <a:lnTo>
                  <a:pt x="12193200" y="0"/>
                </a:lnTo>
                <a:lnTo>
                  <a:pt x="12193200" y="3541448"/>
                </a:lnTo>
                <a:lnTo>
                  <a:pt x="9441027" y="3541448"/>
                </a:lnTo>
                <a:close/>
                <a:moveTo>
                  <a:pt x="6290579" y="0"/>
                </a:moveTo>
                <a:lnTo>
                  <a:pt x="9042751" y="0"/>
                </a:lnTo>
                <a:lnTo>
                  <a:pt x="9042751" y="4012756"/>
                </a:lnTo>
                <a:lnTo>
                  <a:pt x="6290579" y="4012756"/>
                </a:lnTo>
                <a:close/>
                <a:moveTo>
                  <a:pt x="3145340" y="0"/>
                </a:moveTo>
                <a:lnTo>
                  <a:pt x="5897513" y="0"/>
                </a:lnTo>
                <a:lnTo>
                  <a:pt x="5897513" y="3070139"/>
                </a:lnTo>
                <a:lnTo>
                  <a:pt x="3145340" y="3070139"/>
                </a:lnTo>
                <a:close/>
                <a:moveTo>
                  <a:pt x="0" y="0"/>
                </a:moveTo>
                <a:lnTo>
                  <a:pt x="2752174" y="0"/>
                </a:lnTo>
                <a:lnTo>
                  <a:pt x="2752174" y="2373009"/>
                </a:lnTo>
                <a:lnTo>
                  <a:pt x="0" y="2373009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 lIns="6300000" tIns="0" anchor="ctr" anchorCtr="0">
            <a:no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0" name="Logo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32000" y="432000"/>
            <a:ext cx="774000" cy="299738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en-US" noProof="0" dirty="0"/>
              <a:t>.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32000" y="4089600"/>
            <a:ext cx="5500800" cy="1476000"/>
          </a:xfrm>
        </p:spPr>
        <p:txBody>
          <a:bodyPr anchor="b"/>
          <a:lstStyle>
            <a:lvl1pPr algn="l">
              <a:defRPr sz="4800" spc="-1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6E56AE-F93B-3A82-4B1F-0864FE95C34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1762" y="5642444"/>
            <a:ext cx="5500799" cy="350369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5pPr>
            <a:lvl6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7pPr>
            <a:lvl8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8pPr>
            <a:lvl9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  <p:pic>
        <p:nvPicPr>
          <p:cNvPr id="45" name="Tagline">
            <a:extLst>
              <a:ext uri="{FF2B5EF4-FFF2-40B4-BE49-F238E27FC236}">
                <a16:creationId xmlns:a16="http://schemas.microsoft.com/office/drawing/2014/main" id="{6633AAE2-0757-ABFB-DFAE-D8049C18005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92226" y="6032713"/>
            <a:ext cx="1268011" cy="4320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F86887-0250-80F2-C728-8664557D7DF1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1B8677B2-F8C6-4B8C-A98C-5F2D63AC5F92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608111-67B9-5864-C810-CF4871B1C5B0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2048401" y="6271200"/>
            <a:ext cx="3883025" cy="18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Slide Number Placeholder 10" hidden="1">
            <a:extLst>
              <a:ext uri="{FF2B5EF4-FFF2-40B4-BE49-F238E27FC236}">
                <a16:creationId xmlns:a16="http://schemas.microsoft.com/office/drawing/2014/main" id="{621AF202-586B-42C8-D129-41F46C01703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5713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A917DAC8-9FE5-D6A1-5A38-BC46E4D3094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145340" y="0"/>
            <a:ext cx="9047860" cy="4012756"/>
          </a:xfrm>
          <a:custGeom>
            <a:avLst/>
            <a:gdLst>
              <a:gd name="connsiteX0" fmla="*/ 6295687 w 9047860"/>
              <a:gd name="connsiteY0" fmla="*/ 0 h 4012756"/>
              <a:gd name="connsiteX1" fmla="*/ 9047860 w 9047860"/>
              <a:gd name="connsiteY1" fmla="*/ 0 h 4012756"/>
              <a:gd name="connsiteX2" fmla="*/ 9047860 w 9047860"/>
              <a:gd name="connsiteY2" fmla="*/ 3541448 h 4012756"/>
              <a:gd name="connsiteX3" fmla="*/ 6295687 w 9047860"/>
              <a:gd name="connsiteY3" fmla="*/ 3541448 h 4012756"/>
              <a:gd name="connsiteX4" fmla="*/ 3145239 w 9047860"/>
              <a:gd name="connsiteY4" fmla="*/ 0 h 4012756"/>
              <a:gd name="connsiteX5" fmla="*/ 5897411 w 9047860"/>
              <a:gd name="connsiteY5" fmla="*/ 0 h 4012756"/>
              <a:gd name="connsiteX6" fmla="*/ 5897411 w 9047860"/>
              <a:gd name="connsiteY6" fmla="*/ 4012756 h 4012756"/>
              <a:gd name="connsiteX7" fmla="*/ 3145239 w 9047860"/>
              <a:gd name="connsiteY7" fmla="*/ 4012756 h 4012756"/>
              <a:gd name="connsiteX8" fmla="*/ 0 w 9047860"/>
              <a:gd name="connsiteY8" fmla="*/ 0 h 4012756"/>
              <a:gd name="connsiteX9" fmla="*/ 2752173 w 9047860"/>
              <a:gd name="connsiteY9" fmla="*/ 0 h 4012756"/>
              <a:gd name="connsiteX10" fmla="*/ 2752173 w 9047860"/>
              <a:gd name="connsiteY10" fmla="*/ 3070139 h 4012756"/>
              <a:gd name="connsiteX11" fmla="*/ 0 w 9047860"/>
              <a:gd name="connsiteY11" fmla="*/ 3070139 h 4012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047860" h="4012756">
                <a:moveTo>
                  <a:pt x="6295687" y="0"/>
                </a:moveTo>
                <a:lnTo>
                  <a:pt x="9047860" y="0"/>
                </a:lnTo>
                <a:lnTo>
                  <a:pt x="9047860" y="3541448"/>
                </a:lnTo>
                <a:lnTo>
                  <a:pt x="6295687" y="3541448"/>
                </a:lnTo>
                <a:close/>
                <a:moveTo>
                  <a:pt x="3145239" y="0"/>
                </a:moveTo>
                <a:lnTo>
                  <a:pt x="5897411" y="0"/>
                </a:lnTo>
                <a:lnTo>
                  <a:pt x="5897411" y="4012756"/>
                </a:lnTo>
                <a:lnTo>
                  <a:pt x="3145239" y="4012756"/>
                </a:lnTo>
                <a:close/>
                <a:moveTo>
                  <a:pt x="0" y="0"/>
                </a:moveTo>
                <a:lnTo>
                  <a:pt x="2752173" y="0"/>
                </a:lnTo>
                <a:lnTo>
                  <a:pt x="2752173" y="3070139"/>
                </a:lnTo>
                <a:lnTo>
                  <a:pt x="0" y="3070139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 lIns="0" tIns="576000" anchor="ctr" anchorCtr="0"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32000" y="4089600"/>
            <a:ext cx="5500800" cy="1476000"/>
          </a:xfrm>
        </p:spPr>
        <p:txBody>
          <a:bodyPr anchor="b"/>
          <a:lstStyle>
            <a:lvl1pPr algn="l">
              <a:defRPr sz="4800" spc="-1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3B0351BF-602B-98FD-04C1-7A5DCCB8E4F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1762" y="5642444"/>
            <a:ext cx="5500799" cy="350369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5pPr>
            <a:lvl6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7pPr>
            <a:lvl8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8pPr>
            <a:lvl9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  <p:pic>
        <p:nvPicPr>
          <p:cNvPr id="6" name="Logo">
            <a:extLst>
              <a:ext uri="{FF2B5EF4-FFF2-40B4-BE49-F238E27FC236}">
                <a16:creationId xmlns:a16="http://schemas.microsoft.com/office/drawing/2014/main" id="{FF434E18-D4E3-64FA-64DD-DCA37303D81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2000" y="432000"/>
            <a:ext cx="774000" cy="299738"/>
          </a:xfrm>
          <a:prstGeom prst="rect">
            <a:avLst/>
          </a:prstGeom>
        </p:spPr>
      </p:pic>
      <p:pic>
        <p:nvPicPr>
          <p:cNvPr id="4" name="Tagline">
            <a:extLst>
              <a:ext uri="{FF2B5EF4-FFF2-40B4-BE49-F238E27FC236}">
                <a16:creationId xmlns:a16="http://schemas.microsoft.com/office/drawing/2014/main" id="{03B2A279-85BA-9C4C-C3E5-A0609D1328F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92226" y="6032713"/>
            <a:ext cx="1268011" cy="432000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2F66E48D-DBFB-AD92-6073-15C3BBC633F0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5341312C-F179-411C-BDB3-57F19742B8B9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619E3BE3-F0EB-96BA-89DD-BCA90A71AE20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2048400" y="6271200"/>
            <a:ext cx="3883098" cy="18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Slide Number Placeholder 10" hidden="1">
            <a:extLst>
              <a:ext uri="{FF2B5EF4-FFF2-40B4-BE49-F238E27FC236}">
                <a16:creationId xmlns:a16="http://schemas.microsoft.com/office/drawing/2014/main" id="{64BC1135-78CB-7181-0264-9AC96D5B8C0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2213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10" hidden="1">
            <a:extLst>
              <a:ext uri="{FF2B5EF4-FFF2-40B4-BE49-F238E27FC236}">
                <a16:creationId xmlns:a16="http://schemas.microsoft.com/office/drawing/2014/main" id="{E1304FA1-E0F5-4AD4-846A-37642FFE487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3EC2906D-C91C-4D55-616A-0E01E668DAF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3200" cy="4012756"/>
          </a:xfrm>
          <a:custGeom>
            <a:avLst/>
            <a:gdLst>
              <a:gd name="connsiteX0" fmla="*/ 9441027 w 12193200"/>
              <a:gd name="connsiteY0" fmla="*/ 0 h 4012756"/>
              <a:gd name="connsiteX1" fmla="*/ 12193200 w 12193200"/>
              <a:gd name="connsiteY1" fmla="*/ 0 h 4012756"/>
              <a:gd name="connsiteX2" fmla="*/ 12193200 w 12193200"/>
              <a:gd name="connsiteY2" fmla="*/ 3541448 h 4012756"/>
              <a:gd name="connsiteX3" fmla="*/ 9441027 w 12193200"/>
              <a:gd name="connsiteY3" fmla="*/ 3541448 h 4012756"/>
              <a:gd name="connsiteX4" fmla="*/ 6290579 w 12193200"/>
              <a:gd name="connsiteY4" fmla="*/ 0 h 4012756"/>
              <a:gd name="connsiteX5" fmla="*/ 9042751 w 12193200"/>
              <a:gd name="connsiteY5" fmla="*/ 0 h 4012756"/>
              <a:gd name="connsiteX6" fmla="*/ 9042751 w 12193200"/>
              <a:gd name="connsiteY6" fmla="*/ 4012756 h 4012756"/>
              <a:gd name="connsiteX7" fmla="*/ 6290579 w 12193200"/>
              <a:gd name="connsiteY7" fmla="*/ 4012756 h 4012756"/>
              <a:gd name="connsiteX8" fmla="*/ 3145340 w 12193200"/>
              <a:gd name="connsiteY8" fmla="*/ 0 h 4012756"/>
              <a:gd name="connsiteX9" fmla="*/ 5897513 w 12193200"/>
              <a:gd name="connsiteY9" fmla="*/ 0 h 4012756"/>
              <a:gd name="connsiteX10" fmla="*/ 5897513 w 12193200"/>
              <a:gd name="connsiteY10" fmla="*/ 3070139 h 4012756"/>
              <a:gd name="connsiteX11" fmla="*/ 3145340 w 12193200"/>
              <a:gd name="connsiteY11" fmla="*/ 3070139 h 4012756"/>
              <a:gd name="connsiteX12" fmla="*/ 0 w 12193200"/>
              <a:gd name="connsiteY12" fmla="*/ 0 h 4012756"/>
              <a:gd name="connsiteX13" fmla="*/ 2752174 w 12193200"/>
              <a:gd name="connsiteY13" fmla="*/ 0 h 4012756"/>
              <a:gd name="connsiteX14" fmla="*/ 2752174 w 12193200"/>
              <a:gd name="connsiteY14" fmla="*/ 2373009 h 4012756"/>
              <a:gd name="connsiteX15" fmla="*/ 0 w 12193200"/>
              <a:gd name="connsiteY15" fmla="*/ 2373009 h 4012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93200" h="4012756">
                <a:moveTo>
                  <a:pt x="9441027" y="0"/>
                </a:moveTo>
                <a:lnTo>
                  <a:pt x="12193200" y="0"/>
                </a:lnTo>
                <a:lnTo>
                  <a:pt x="12193200" y="3541448"/>
                </a:lnTo>
                <a:lnTo>
                  <a:pt x="9441027" y="3541448"/>
                </a:lnTo>
                <a:close/>
                <a:moveTo>
                  <a:pt x="6290579" y="0"/>
                </a:moveTo>
                <a:lnTo>
                  <a:pt x="9042751" y="0"/>
                </a:lnTo>
                <a:lnTo>
                  <a:pt x="9042751" y="4012756"/>
                </a:lnTo>
                <a:lnTo>
                  <a:pt x="6290579" y="4012756"/>
                </a:lnTo>
                <a:close/>
                <a:moveTo>
                  <a:pt x="3145340" y="0"/>
                </a:moveTo>
                <a:lnTo>
                  <a:pt x="5897513" y="0"/>
                </a:lnTo>
                <a:lnTo>
                  <a:pt x="5897513" y="3070139"/>
                </a:lnTo>
                <a:lnTo>
                  <a:pt x="3145340" y="3070139"/>
                </a:lnTo>
                <a:close/>
                <a:moveTo>
                  <a:pt x="0" y="0"/>
                </a:moveTo>
                <a:lnTo>
                  <a:pt x="2752174" y="0"/>
                </a:lnTo>
                <a:lnTo>
                  <a:pt x="2752174" y="2373009"/>
                </a:lnTo>
                <a:lnTo>
                  <a:pt x="0" y="2373009"/>
                </a:lnTo>
                <a:close/>
              </a:path>
            </a:pathLst>
          </a:custGeom>
          <a:solidFill>
            <a:srgbClr val="1450F5"/>
          </a:solidFill>
        </p:spPr>
        <p:txBody>
          <a:bodyPr wrap="square" lIns="6300000" tIns="0" anchor="ctr" anchorCtr="0">
            <a:no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0" name="Logo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32000" y="432000"/>
            <a:ext cx="774000" cy="299738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en-US" noProof="0" dirty="0"/>
              <a:t>.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32000" y="4089600"/>
            <a:ext cx="5500800" cy="1476000"/>
          </a:xfrm>
        </p:spPr>
        <p:txBody>
          <a:bodyPr anchor="b"/>
          <a:lstStyle>
            <a:lvl1pPr algn="l">
              <a:defRPr sz="4800" spc="-1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91A00F-3D79-2156-B985-55FC0726F75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1762" y="5642444"/>
            <a:ext cx="5500799" cy="350369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5pPr>
            <a:lvl6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7pPr>
            <a:lvl8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8pPr>
            <a:lvl9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2D6E44EC-D1ED-56D5-9AAA-C2A04539DEB0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BEC3846C-9635-4F43-AC58-2C32B88FB8CF}" type="datetime3">
              <a:rPr lang="en-US" smtClean="0"/>
              <a:t>23 July 2026</a:t>
            </a:fld>
            <a:endParaRPr lang="en-US" dirty="0"/>
          </a:p>
        </p:txBody>
      </p:sp>
      <p:pic>
        <p:nvPicPr>
          <p:cNvPr id="4" name="Tagline">
            <a:extLst>
              <a:ext uri="{FF2B5EF4-FFF2-40B4-BE49-F238E27FC236}">
                <a16:creationId xmlns:a16="http://schemas.microsoft.com/office/drawing/2014/main" id="{A82E153D-3DA2-52C3-4E58-E1588B08C56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92226" y="6032713"/>
            <a:ext cx="1268011" cy="432000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21E6B5-260D-D22F-CDC6-100184A9E45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2048401" y="6271200"/>
            <a:ext cx="3883025" cy="1800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7516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10" hidden="1">
            <a:extLst>
              <a:ext uri="{FF2B5EF4-FFF2-40B4-BE49-F238E27FC236}">
                <a16:creationId xmlns:a16="http://schemas.microsoft.com/office/drawing/2014/main" id="{E1304FA1-E0F5-4AD4-846A-37642FFE487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A917DAC8-9FE5-D6A1-5A38-BC46E4D3094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145340" y="0"/>
            <a:ext cx="9047860" cy="4012756"/>
          </a:xfrm>
          <a:custGeom>
            <a:avLst/>
            <a:gdLst>
              <a:gd name="connsiteX0" fmla="*/ 6295687 w 9047860"/>
              <a:gd name="connsiteY0" fmla="*/ 0 h 4012756"/>
              <a:gd name="connsiteX1" fmla="*/ 9047860 w 9047860"/>
              <a:gd name="connsiteY1" fmla="*/ 0 h 4012756"/>
              <a:gd name="connsiteX2" fmla="*/ 9047860 w 9047860"/>
              <a:gd name="connsiteY2" fmla="*/ 3541448 h 4012756"/>
              <a:gd name="connsiteX3" fmla="*/ 6295687 w 9047860"/>
              <a:gd name="connsiteY3" fmla="*/ 3541448 h 4012756"/>
              <a:gd name="connsiteX4" fmla="*/ 3145239 w 9047860"/>
              <a:gd name="connsiteY4" fmla="*/ 0 h 4012756"/>
              <a:gd name="connsiteX5" fmla="*/ 5897411 w 9047860"/>
              <a:gd name="connsiteY5" fmla="*/ 0 h 4012756"/>
              <a:gd name="connsiteX6" fmla="*/ 5897411 w 9047860"/>
              <a:gd name="connsiteY6" fmla="*/ 4012756 h 4012756"/>
              <a:gd name="connsiteX7" fmla="*/ 3145239 w 9047860"/>
              <a:gd name="connsiteY7" fmla="*/ 4012756 h 4012756"/>
              <a:gd name="connsiteX8" fmla="*/ 0 w 9047860"/>
              <a:gd name="connsiteY8" fmla="*/ 0 h 4012756"/>
              <a:gd name="connsiteX9" fmla="*/ 2752173 w 9047860"/>
              <a:gd name="connsiteY9" fmla="*/ 0 h 4012756"/>
              <a:gd name="connsiteX10" fmla="*/ 2752173 w 9047860"/>
              <a:gd name="connsiteY10" fmla="*/ 3070139 h 4012756"/>
              <a:gd name="connsiteX11" fmla="*/ 0 w 9047860"/>
              <a:gd name="connsiteY11" fmla="*/ 3070139 h 4012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047860" h="4012756">
                <a:moveTo>
                  <a:pt x="6295687" y="0"/>
                </a:moveTo>
                <a:lnTo>
                  <a:pt x="9047860" y="0"/>
                </a:lnTo>
                <a:lnTo>
                  <a:pt x="9047860" y="3541448"/>
                </a:lnTo>
                <a:lnTo>
                  <a:pt x="6295687" y="3541448"/>
                </a:lnTo>
                <a:close/>
                <a:moveTo>
                  <a:pt x="3145239" y="0"/>
                </a:moveTo>
                <a:lnTo>
                  <a:pt x="5897411" y="0"/>
                </a:lnTo>
                <a:lnTo>
                  <a:pt x="5897411" y="4012756"/>
                </a:lnTo>
                <a:lnTo>
                  <a:pt x="3145239" y="4012756"/>
                </a:lnTo>
                <a:close/>
                <a:moveTo>
                  <a:pt x="0" y="0"/>
                </a:moveTo>
                <a:lnTo>
                  <a:pt x="2752173" y="0"/>
                </a:lnTo>
                <a:lnTo>
                  <a:pt x="2752173" y="3070139"/>
                </a:lnTo>
                <a:lnTo>
                  <a:pt x="0" y="3070139"/>
                </a:lnTo>
                <a:close/>
              </a:path>
            </a:pathLst>
          </a:custGeom>
          <a:solidFill>
            <a:srgbClr val="1450F5"/>
          </a:solidFill>
        </p:spPr>
        <p:txBody>
          <a:bodyPr wrap="square" lIns="0" tIns="576000" anchor="ctr" anchorCtr="0"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32000" y="4089600"/>
            <a:ext cx="5500800" cy="1476000"/>
          </a:xfrm>
        </p:spPr>
        <p:txBody>
          <a:bodyPr anchor="b"/>
          <a:lstStyle>
            <a:lvl1pPr algn="l">
              <a:defRPr sz="4800" spc="-1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0E46DDB7-75C9-F527-096E-003F036DB09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1762" y="5642444"/>
            <a:ext cx="5500799" cy="350369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5pPr>
            <a:lvl6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7pPr>
            <a:lvl8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8pPr>
            <a:lvl9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2D6E44EC-D1ED-56D5-9AAA-C2A04539DEB0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0E62AB56-683B-4F73-898B-02A0240F7996}" type="datetime3">
              <a:rPr lang="en-US" smtClean="0"/>
              <a:t>23 July 2026</a:t>
            </a:fld>
            <a:endParaRPr lang="en-US" dirty="0"/>
          </a:p>
        </p:txBody>
      </p:sp>
      <p:pic>
        <p:nvPicPr>
          <p:cNvPr id="6" name="Logo">
            <a:extLst>
              <a:ext uri="{FF2B5EF4-FFF2-40B4-BE49-F238E27FC236}">
                <a16:creationId xmlns:a16="http://schemas.microsoft.com/office/drawing/2014/main" id="{FF434E18-D4E3-64FA-64DD-DCA37303D81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2000" y="432000"/>
            <a:ext cx="774000" cy="299738"/>
          </a:xfrm>
          <a:prstGeom prst="rect">
            <a:avLst/>
          </a:prstGeom>
        </p:spPr>
      </p:pic>
      <p:pic>
        <p:nvPicPr>
          <p:cNvPr id="4" name="Tagline">
            <a:extLst>
              <a:ext uri="{FF2B5EF4-FFF2-40B4-BE49-F238E27FC236}">
                <a16:creationId xmlns:a16="http://schemas.microsoft.com/office/drawing/2014/main" id="{815B9F30-A1C0-8571-7A33-D7C70DF6EB6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92226" y="6032713"/>
            <a:ext cx="1268011" cy="432000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D4F3A3-E857-82E4-0DC4-273360C2E11C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2048400" y="6271200"/>
            <a:ext cx="3883098" cy="1800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7592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14">
            <a:extLst>
              <a:ext uri="{FF2B5EF4-FFF2-40B4-BE49-F238E27FC236}">
                <a16:creationId xmlns:a16="http://schemas.microsoft.com/office/drawing/2014/main" id="{35D144F5-6F84-AA91-451A-1025B96172A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95280" y="0"/>
            <a:ext cx="5896720" cy="4644000"/>
          </a:xfrm>
          <a:custGeom>
            <a:avLst/>
            <a:gdLst>
              <a:gd name="connsiteX0" fmla="*/ 3143920 w 5896720"/>
              <a:gd name="connsiteY0" fmla="*/ 0 h 4644000"/>
              <a:gd name="connsiteX1" fmla="*/ 5896720 w 5896720"/>
              <a:gd name="connsiteY1" fmla="*/ 0 h 4644000"/>
              <a:gd name="connsiteX2" fmla="*/ 5896720 w 5896720"/>
              <a:gd name="connsiteY2" fmla="*/ 4644000 h 4644000"/>
              <a:gd name="connsiteX3" fmla="*/ 3143920 w 5896720"/>
              <a:gd name="connsiteY3" fmla="*/ 4644000 h 4644000"/>
              <a:gd name="connsiteX4" fmla="*/ 0 w 5896720"/>
              <a:gd name="connsiteY4" fmla="*/ 0 h 4644000"/>
              <a:gd name="connsiteX5" fmla="*/ 2747920 w 5896720"/>
              <a:gd name="connsiteY5" fmla="*/ 0 h 4644000"/>
              <a:gd name="connsiteX6" fmla="*/ 2747920 w 5896720"/>
              <a:gd name="connsiteY6" fmla="*/ 3536725 h 4644000"/>
              <a:gd name="connsiteX7" fmla="*/ 0 w 5896720"/>
              <a:gd name="connsiteY7" fmla="*/ 3536725 h 464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896720" h="4644000">
                <a:moveTo>
                  <a:pt x="3143920" y="0"/>
                </a:moveTo>
                <a:lnTo>
                  <a:pt x="5896720" y="0"/>
                </a:lnTo>
                <a:lnTo>
                  <a:pt x="5896720" y="4644000"/>
                </a:lnTo>
                <a:lnTo>
                  <a:pt x="3143920" y="4644000"/>
                </a:lnTo>
                <a:close/>
                <a:moveTo>
                  <a:pt x="0" y="0"/>
                </a:moveTo>
                <a:lnTo>
                  <a:pt x="2747920" y="0"/>
                </a:lnTo>
                <a:lnTo>
                  <a:pt x="2747920" y="3536725"/>
                </a:lnTo>
                <a:lnTo>
                  <a:pt x="0" y="3536725"/>
                </a:lnTo>
                <a:close/>
              </a:path>
            </a:pathLst>
          </a:custGeom>
          <a:solidFill>
            <a:srgbClr val="1450F5"/>
          </a:solidFill>
        </p:spPr>
        <p:txBody>
          <a:bodyPr wrap="square" lIns="3168000" tIns="0" anchor="ctr" anchorCtr="0">
            <a:noAutofit/>
          </a:bodyPr>
          <a:lstStyle>
            <a:lvl1pPr marL="0" indent="0" algn="l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add picture</a:t>
            </a:r>
          </a:p>
        </p:txBody>
      </p:sp>
      <p:sp>
        <p:nvSpPr>
          <p:cNvPr id="11" name="Slide Number Placeholder 10" hidden="1">
            <a:extLst>
              <a:ext uri="{FF2B5EF4-FFF2-40B4-BE49-F238E27FC236}">
                <a16:creationId xmlns:a16="http://schemas.microsoft.com/office/drawing/2014/main" id="{E1304FA1-E0F5-4AD4-846A-37642FFE487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32000" y="1295400"/>
            <a:ext cx="5500800" cy="4270200"/>
          </a:xfrm>
        </p:spPr>
        <p:txBody>
          <a:bodyPr anchor="ctr" anchorCtr="0"/>
          <a:lstStyle>
            <a:lvl1pPr algn="l">
              <a:defRPr sz="4800" spc="-1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81F6A7-92A2-AA14-3C8B-5550669C29B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1762" y="5642444"/>
            <a:ext cx="5500799" cy="350369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5pPr>
            <a:lvl6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7pPr>
            <a:lvl8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8pPr>
            <a:lvl9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2D6E44EC-D1ED-56D5-9AAA-C2A04539DEB0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C9E5B0C8-D9E9-41D2-8E25-3E96E8092C88}" type="datetime3">
              <a:rPr lang="en-US" smtClean="0"/>
              <a:t>23 July 2026</a:t>
            </a:fld>
            <a:endParaRPr lang="en-US" dirty="0"/>
          </a:p>
        </p:txBody>
      </p:sp>
      <p:pic>
        <p:nvPicPr>
          <p:cNvPr id="6" name="Logo">
            <a:extLst>
              <a:ext uri="{FF2B5EF4-FFF2-40B4-BE49-F238E27FC236}">
                <a16:creationId xmlns:a16="http://schemas.microsoft.com/office/drawing/2014/main" id="{FF434E18-D4E3-64FA-64DD-DCA37303D81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2000" y="432000"/>
            <a:ext cx="774000" cy="299738"/>
          </a:xfrm>
          <a:prstGeom prst="rect">
            <a:avLst/>
          </a:prstGeom>
        </p:spPr>
      </p:pic>
      <p:pic>
        <p:nvPicPr>
          <p:cNvPr id="4" name="Tagline">
            <a:extLst>
              <a:ext uri="{FF2B5EF4-FFF2-40B4-BE49-F238E27FC236}">
                <a16:creationId xmlns:a16="http://schemas.microsoft.com/office/drawing/2014/main" id="{C4631EBB-BCCA-9772-71E0-1F1D7B401FD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92226" y="6032713"/>
            <a:ext cx="1268011" cy="432000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2060FB-3310-98A7-57F4-78B4341F59F3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2048400" y="6271200"/>
            <a:ext cx="3883098" cy="1800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5412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3EC2906D-C91C-4D55-616A-0E01E668DAF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3200" cy="68616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6264000" tIns="0" anchor="ctr" anchorCtr="0">
            <a:no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1" name="Slide Number Placeholder 10" hidden="1">
            <a:extLst>
              <a:ext uri="{FF2B5EF4-FFF2-40B4-BE49-F238E27FC236}">
                <a16:creationId xmlns:a16="http://schemas.microsoft.com/office/drawing/2014/main" id="{E1304FA1-E0F5-4AD4-846A-37642FFE487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Logo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32000" y="432000"/>
            <a:ext cx="774000" cy="299738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en-US" noProof="0" dirty="0"/>
              <a:t>.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432000" y="1295400"/>
            <a:ext cx="5500800" cy="4270200"/>
          </a:xfrm>
        </p:spPr>
        <p:txBody>
          <a:bodyPr anchor="ctr" anchorCtr="0"/>
          <a:lstStyle>
            <a:lvl1pPr algn="l">
              <a:defRPr sz="4800" spc="-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C8B04237-93E9-2A83-D3FD-51334880D6A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1762" y="5642444"/>
            <a:ext cx="5500799" cy="350369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>
                <a:solidFill>
                  <a:schemeClr val="bg1"/>
                </a:solidFill>
              </a:defRPr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5pPr>
            <a:lvl6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7pPr>
            <a:lvl8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8pPr>
            <a:lvl9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2D6E44EC-D1ED-56D5-9AAA-C2A04539DEB0}"/>
              </a:ext>
            </a:extLst>
          </p:cNvPr>
          <p:cNvSpPr>
            <a:spLocks noGrp="1"/>
          </p:cNvSpPr>
          <p:nvPr>
            <p:ph type="dt" sz="half" idx="18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F366ADC-C142-4C38-8B82-58BD11CFE877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46" name="Tagline Placeholder 9">
            <a:extLst>
              <a:ext uri="{FF2B5EF4-FFF2-40B4-BE49-F238E27FC236}">
                <a16:creationId xmlns:a16="http://schemas.microsoft.com/office/drawing/2014/main" id="{C92D76CC-B0DB-7004-9A7C-05178E55ECB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492226" y="6035426"/>
            <a:ext cx="1268011" cy="432000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en-US" noProof="0" dirty="0"/>
              <a:t>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259196-87BD-4F24-D4E8-88C1C61EFA19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2048400" y="6271200"/>
            <a:ext cx="3883098" cy="18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16676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39">
            <a:extLst>
              <a:ext uri="{FF2B5EF4-FFF2-40B4-BE49-F238E27FC236}">
                <a16:creationId xmlns:a16="http://schemas.microsoft.com/office/drawing/2014/main" id="{1F95E159-5DC6-5281-03F6-81FA3A49180A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7227888" y="0"/>
            <a:ext cx="4965312" cy="68616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0" tIns="576000" anchor="ctr" anchorCtr="0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2B3B4A0-C375-41A6-AA76-9E9EE3A791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864492"/>
            <a:ext cx="5500688" cy="504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Agenda title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432000" y="1728493"/>
            <a:ext cx="5500688" cy="4264320"/>
          </a:xfrm>
        </p:spPr>
        <p:txBody>
          <a:bodyPr/>
          <a:lstStyle>
            <a:lvl1pPr marL="360000" indent="-360000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141414"/>
              </a:buClr>
              <a:buFont typeface="+mj-lt"/>
              <a:buAutoNum type="arabicPeriod"/>
              <a:defRPr sz="2000" b="0">
                <a:solidFill>
                  <a:schemeClr val="tx1"/>
                </a:solidFill>
                <a:latin typeface="+mn-lt"/>
              </a:defRPr>
            </a:lvl1pPr>
            <a:lvl2pPr marL="540000" indent="-1800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Inter" panose="02000503000000020004" pitchFamily="2" charset="0"/>
              <a:buChar char="-"/>
              <a:defRPr sz="1600" b="0">
                <a:solidFill>
                  <a:schemeClr val="tx1"/>
                </a:solidFill>
                <a:latin typeface="+mn-lt"/>
              </a:defRPr>
            </a:lvl2pPr>
            <a:lvl3pPr marL="540000" indent="-1800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1450F5"/>
              </a:buClr>
              <a:buFont typeface="Inter" panose="02000503000000020004" pitchFamily="2" charset="0"/>
              <a:buChar char="-"/>
              <a:defRPr sz="1600" b="0">
                <a:solidFill>
                  <a:schemeClr val="tx1"/>
                </a:solidFill>
                <a:latin typeface="+mn-lt"/>
              </a:defRPr>
            </a:lvl3pPr>
            <a:lvl4pPr marL="540000" indent="-1800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1450F5"/>
              </a:buClr>
              <a:buFont typeface="Inter" panose="02000503000000020004" pitchFamily="2" charset="0"/>
              <a:buChar char="-"/>
              <a:defRPr sz="1600" b="0">
                <a:solidFill>
                  <a:schemeClr val="tx1"/>
                </a:solidFill>
                <a:latin typeface="+mn-lt"/>
              </a:defRPr>
            </a:lvl4pPr>
            <a:lvl5pPr marL="540000" indent="-1800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1450F5"/>
              </a:buClr>
              <a:buFont typeface="Inter" panose="02000503000000020004" pitchFamily="2" charset="0"/>
              <a:buChar char="-"/>
              <a:defRPr sz="1600" b="0">
                <a:solidFill>
                  <a:schemeClr val="tx1"/>
                </a:solidFill>
                <a:latin typeface="+mn-lt"/>
              </a:defRPr>
            </a:lvl5pPr>
            <a:lvl6pPr marL="540000" indent="-1800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1450F5"/>
              </a:buClr>
              <a:buFont typeface="Inter" panose="02000503000000020004" pitchFamily="2" charset="0"/>
              <a:buChar char="-"/>
              <a:defRPr sz="1600" b="0">
                <a:solidFill>
                  <a:schemeClr val="tx1"/>
                </a:solidFill>
                <a:latin typeface="+mn-lt"/>
              </a:defRPr>
            </a:lvl6pPr>
            <a:lvl7pPr marL="540000" indent="-1800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1450F5"/>
              </a:buClr>
              <a:buFont typeface="Inter" panose="02000503000000020004" pitchFamily="2" charset="0"/>
              <a:buChar char="-"/>
              <a:defRPr sz="1600" b="0">
                <a:solidFill>
                  <a:schemeClr val="tx1"/>
                </a:solidFill>
                <a:latin typeface="+mn-lt"/>
              </a:defRPr>
            </a:lvl7pPr>
            <a:lvl8pPr marL="540000" indent="-1800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1450F5"/>
              </a:buClr>
              <a:buFont typeface="Inter" panose="02000503000000020004" pitchFamily="2" charset="0"/>
              <a:buChar char="-"/>
              <a:defRPr sz="1600" b="0">
                <a:solidFill>
                  <a:schemeClr val="tx1"/>
                </a:solidFill>
                <a:latin typeface="+mn-lt"/>
              </a:defRPr>
            </a:lvl8pPr>
            <a:lvl9pPr marL="540000" indent="-1800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1450F5"/>
              </a:buClr>
              <a:buFont typeface="Inter" panose="02000503000000020004" pitchFamily="2" charset="0"/>
              <a:buChar char="-"/>
              <a:defRPr sz="16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 dirty="0"/>
              <a:t>Click to add agenda point</a:t>
            </a:r>
          </a:p>
          <a:p>
            <a:pPr lvl="1"/>
            <a:r>
              <a:rPr lang="en-US" noProof="0" dirty="0"/>
              <a:t>Second indent</a:t>
            </a:r>
          </a:p>
        </p:txBody>
      </p:sp>
      <p:sp>
        <p:nvSpPr>
          <p:cNvPr id="9" name="Logo Placeholder 9">
            <a:extLst>
              <a:ext uri="{FF2B5EF4-FFF2-40B4-BE49-F238E27FC236}">
                <a16:creationId xmlns:a16="http://schemas.microsoft.com/office/drawing/2014/main" id="{A8446264-65F7-50E8-101F-16D85106362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984613" y="432000"/>
            <a:ext cx="774000" cy="299738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en-US" noProof="0" dirty="0"/>
              <a:t>.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E4953A64-F296-B8C4-E472-915A7AB13333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D21CF383-986D-4628-9EED-E198AC15FB03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8AB1455-E7F4-13CA-4E4B-5EA74ED886E8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837A55-6DFF-8810-13BD-74293F7DA730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2048400" y="6271200"/>
            <a:ext cx="3883098" cy="1800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83175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5920808C-A9FC-0520-80B7-E8B7B7FF56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863600"/>
            <a:ext cx="5500688" cy="504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Agenda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485AA6-92EE-46D3-8826-CF357E1A458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2000" y="1727601"/>
            <a:ext cx="792000" cy="4265212"/>
          </a:xfrm>
        </p:spPr>
        <p:txBody>
          <a:bodyPr/>
          <a:lstStyle>
            <a:lvl1pPr marL="0" indent="0">
              <a:lnSpc>
                <a:spcPts val="2600"/>
              </a:lnSpc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2000" b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000" b="0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000" b="0">
                <a:solidFill>
                  <a:schemeClr val="tx1"/>
                </a:solidFill>
                <a:latin typeface="+mn-lt"/>
              </a:defRPr>
            </a:lvl3pPr>
            <a:lvl4pPr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000" b="0">
                <a:solidFill>
                  <a:schemeClr val="tx1"/>
                </a:solidFill>
                <a:latin typeface="+mn-lt"/>
              </a:defRPr>
            </a:lvl4pPr>
            <a:lvl5pPr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000" b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000" b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000" b="0">
                <a:solidFill>
                  <a:schemeClr val="tx1"/>
                </a:solidFill>
                <a:latin typeface="+mn-lt"/>
              </a:defRPr>
            </a:lvl7pPr>
            <a:lvl8pPr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chemeClr val="tx1"/>
                </a:solidFill>
                <a:latin typeface="+mn-lt"/>
              </a:defRPr>
            </a:lvl8pPr>
            <a:lvl9pPr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dirty="0"/>
              <a:t>00:00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1401762" y="1727601"/>
            <a:ext cx="4530725" cy="4265212"/>
          </a:xfrm>
        </p:spPr>
        <p:txBody>
          <a:bodyPr/>
          <a:lstStyle>
            <a:lvl1pPr marL="0" indent="0">
              <a:lnSpc>
                <a:spcPts val="2600"/>
              </a:lnSpc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000" b="0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000" b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000" b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000" b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000" b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000" b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000" b="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ts val="2600"/>
              </a:lnSpc>
              <a:spcBef>
                <a:spcPts val="0"/>
              </a:spcBef>
              <a:buFont typeface="Arial" panose="020B0604020202020204" pitchFamily="34" charset="0"/>
              <a:buChar char="​"/>
              <a:defRPr sz="20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 dirty="0"/>
              <a:t>Click to add agenda point, one line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BB2CF03C-775B-9CEC-DDF4-B4B4D4311685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5527606D-AF65-44AC-B6B8-D7FB28FAFEC7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2419E34-5713-02D9-7C34-B1C4B3F0967A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D6353B-7C2A-6F34-3538-7EDFCB3C532C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2048400" y="6271200"/>
            <a:ext cx="3883098" cy="18000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5" name="Logo">
            <a:extLst>
              <a:ext uri="{FF2B5EF4-FFF2-40B4-BE49-F238E27FC236}">
                <a16:creationId xmlns:a16="http://schemas.microsoft.com/office/drawing/2014/main" id="{FFC9A1BA-7221-3437-C50A-A8C3B38BB14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665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5920808C-A9FC-0520-80B7-E8B7B7FF56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863600"/>
            <a:ext cx="2587425" cy="99994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Agenda title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27D1017B-5B93-51A9-55B3-ED901BAC88F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14824" y="863601"/>
            <a:ext cx="5502276" cy="5129212"/>
          </a:xfrm>
        </p:spPr>
        <p:txBody>
          <a:bodyPr/>
          <a:lstStyle>
            <a:lvl1pPr marL="360000" indent="-360000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chemeClr val="tx1"/>
              </a:buClr>
              <a:buFont typeface="+mj-lt"/>
              <a:buAutoNum type="arabicPeriod"/>
              <a:defRPr sz="2000" b="0">
                <a:solidFill>
                  <a:schemeClr val="tx1"/>
                </a:solidFill>
                <a:latin typeface="+mn-lt"/>
              </a:defRPr>
            </a:lvl1pPr>
            <a:lvl2pPr marL="540000" indent="-1800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1450F5"/>
              </a:buClr>
              <a:buFont typeface="Inter" panose="02000503000000020004" pitchFamily="2" charset="0"/>
              <a:buChar char="-"/>
              <a:defRPr sz="1600" b="0">
                <a:solidFill>
                  <a:schemeClr val="tx1"/>
                </a:solidFill>
                <a:latin typeface="+mn-lt"/>
              </a:defRPr>
            </a:lvl2pPr>
            <a:lvl3pPr marL="540000" indent="-1800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1450F5"/>
              </a:buClr>
              <a:buFont typeface="Inter" panose="02000503000000020004" pitchFamily="2" charset="0"/>
              <a:buChar char="-"/>
              <a:defRPr sz="1600" b="0">
                <a:solidFill>
                  <a:schemeClr val="tx1"/>
                </a:solidFill>
                <a:latin typeface="+mn-lt"/>
              </a:defRPr>
            </a:lvl3pPr>
            <a:lvl4pPr marL="540000" indent="-1800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1450F5"/>
              </a:buClr>
              <a:buFont typeface="Inter" panose="02000503000000020004" pitchFamily="2" charset="0"/>
              <a:buChar char="-"/>
              <a:defRPr sz="1600" b="0">
                <a:solidFill>
                  <a:schemeClr val="tx1"/>
                </a:solidFill>
                <a:latin typeface="+mn-lt"/>
              </a:defRPr>
            </a:lvl4pPr>
            <a:lvl5pPr marL="540000" indent="-1800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1450F5"/>
              </a:buClr>
              <a:buFont typeface="Inter" panose="02000503000000020004" pitchFamily="2" charset="0"/>
              <a:buChar char="-"/>
              <a:defRPr sz="1600" b="0">
                <a:solidFill>
                  <a:schemeClr val="tx1"/>
                </a:solidFill>
                <a:latin typeface="+mn-lt"/>
              </a:defRPr>
            </a:lvl5pPr>
            <a:lvl6pPr marL="540000" indent="-1800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1450F5"/>
              </a:buClr>
              <a:buFont typeface="Inter" panose="02000503000000020004" pitchFamily="2" charset="0"/>
              <a:buChar char="-"/>
              <a:defRPr sz="1600" b="0">
                <a:solidFill>
                  <a:schemeClr val="tx1"/>
                </a:solidFill>
                <a:latin typeface="+mn-lt"/>
              </a:defRPr>
            </a:lvl6pPr>
            <a:lvl7pPr marL="540000" indent="-1800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1450F5"/>
              </a:buClr>
              <a:buFont typeface="Inter" panose="02000503000000020004" pitchFamily="2" charset="0"/>
              <a:buChar char="-"/>
              <a:defRPr sz="1600" b="0">
                <a:solidFill>
                  <a:schemeClr val="tx1"/>
                </a:solidFill>
                <a:latin typeface="+mn-lt"/>
              </a:defRPr>
            </a:lvl7pPr>
            <a:lvl8pPr marL="540000" indent="-1800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1450F5"/>
              </a:buClr>
              <a:buFont typeface="Inter" panose="02000503000000020004" pitchFamily="2" charset="0"/>
              <a:buChar char="-"/>
              <a:defRPr sz="1600" b="0">
                <a:solidFill>
                  <a:schemeClr val="tx1"/>
                </a:solidFill>
                <a:latin typeface="+mn-lt"/>
              </a:defRPr>
            </a:lvl8pPr>
            <a:lvl9pPr marL="540000" indent="-1800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1450F5"/>
              </a:buClr>
              <a:buFont typeface="Inter" panose="02000503000000020004" pitchFamily="2" charset="0"/>
              <a:buChar char="-"/>
              <a:defRPr sz="16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 dirty="0"/>
              <a:t>Click to add agenda point</a:t>
            </a:r>
          </a:p>
          <a:p>
            <a:pPr lvl="1"/>
            <a:r>
              <a:rPr lang="en-US" noProof="0" dirty="0"/>
              <a:t>Second indent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B3697-5A10-3954-BA5B-20BE868C8A4B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84BACF6F-EE42-438C-B9D6-4EC9BC1A0397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FDB83AA-C7F5-3811-A406-CF7545F6CE45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12D356A-C127-FB33-B378-582BA8F87DD4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CA3B49E2-9E84-91C3-98CA-04B09D4BCD1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1135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(numbering)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4314825" y="863600"/>
            <a:ext cx="5502275" cy="5129213"/>
          </a:xfrm>
        </p:spPr>
        <p:txBody>
          <a:bodyPr anchor="ctr" anchorCtr="0"/>
          <a:lstStyle>
            <a:lvl1pPr algn="l">
              <a:defRPr sz="4800" spc="-100" baseline="0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Click to add title</a:t>
            </a:r>
            <a:endParaRPr lang="en-US" dirty="0"/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266C311E-92BF-5918-7732-348FEE55BAE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2001" y="432000"/>
            <a:ext cx="773998" cy="299738"/>
          </a:xfrm>
          <a:prstGeom prst="rect">
            <a:avLst/>
          </a:prstGeom>
        </p:spPr>
      </p:pic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366518A5-9FAA-712E-01B8-639ADF4170C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431800" y="863600"/>
            <a:ext cx="3559175" cy="5129213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0" b="0" spc="-100">
                <a:solidFill>
                  <a:schemeClr val="tx1"/>
                </a:solidFill>
                <a:latin typeface="KONE Information" panose="020B0603040000020003" pitchFamily="34" charset="-79"/>
                <a:cs typeface="KONE Information" panose="020B0603040000020003" pitchFamily="34" charset="-79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0" b="0" spc="-100">
                <a:solidFill>
                  <a:schemeClr val="tx1"/>
                </a:solidFill>
                <a:latin typeface="KONE Information" panose="020B0603040000020003" pitchFamily="34" charset="-79"/>
                <a:cs typeface="KONE Information" panose="020B0603040000020003" pitchFamily="34" charset="-79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0" b="0" spc="-100">
                <a:solidFill>
                  <a:schemeClr val="tx1"/>
                </a:solidFill>
                <a:latin typeface="KONE Information" panose="020B0603040000020003" pitchFamily="34" charset="-79"/>
                <a:cs typeface="KONE Information" panose="020B0603040000020003" pitchFamily="34" charset="-79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0" b="0" spc="-100">
                <a:solidFill>
                  <a:schemeClr val="tx1"/>
                </a:solidFill>
                <a:latin typeface="KONE Information" panose="020B0603040000020003" pitchFamily="34" charset="-79"/>
                <a:cs typeface="KONE Information" panose="020B0603040000020003" pitchFamily="34" charset="-79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0" b="0" spc="-100">
                <a:solidFill>
                  <a:schemeClr val="tx1"/>
                </a:solidFill>
                <a:latin typeface="KONE Information" panose="020B0603040000020003" pitchFamily="34" charset="-79"/>
                <a:cs typeface="KONE Information" panose="020B0603040000020003" pitchFamily="34" charset="-79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0" b="0" spc="-100">
                <a:solidFill>
                  <a:schemeClr val="tx1"/>
                </a:solidFill>
                <a:latin typeface="KONE Information" panose="020B0603040000020003" pitchFamily="34" charset="-79"/>
                <a:cs typeface="KONE Information" panose="020B0603040000020003" pitchFamily="34" charset="-79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0" b="0" spc="-100">
                <a:solidFill>
                  <a:schemeClr val="tx1"/>
                </a:solidFill>
                <a:latin typeface="KONE Information" panose="020B0603040000020003" pitchFamily="34" charset="-79"/>
                <a:cs typeface="KONE Information" panose="020B0603040000020003" pitchFamily="34" charset="-79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0" b="0" spc="-100">
                <a:solidFill>
                  <a:schemeClr val="tx1"/>
                </a:solidFill>
                <a:latin typeface="KONE Information" panose="020B0603040000020003" pitchFamily="34" charset="-79"/>
                <a:cs typeface="KONE Information" panose="020B0603040000020003" pitchFamily="34" charset="-79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0" b="0" spc="-100">
                <a:solidFill>
                  <a:schemeClr val="tx1"/>
                </a:solidFill>
                <a:latin typeface="KONE Information" panose="020B0603040000020003" pitchFamily="34" charset="-79"/>
                <a:cs typeface="KONE Information" panose="020B0603040000020003" pitchFamily="34" charset="-79"/>
              </a:defRPr>
            </a:lvl9pPr>
          </a:lstStyle>
          <a:p>
            <a:pPr lvl="0"/>
            <a:r>
              <a:rPr lang="en-US" noProof="0" dirty="0"/>
              <a:t>00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55898B-D014-FEF8-76FB-CD7EFBDBEE6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A9C7805-947D-494A-B9CE-079065BCB7FD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715F9E2-0B99-7A51-9C5E-B08CBFF6DE0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FBB8A15-47A1-6043-EE6C-737565CB60D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13822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A">
    <p:bg>
      <p:bgPr>
        <a:solidFill>
          <a:srgbClr val="D2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32000" y="1295400"/>
            <a:ext cx="5502275" cy="4697413"/>
          </a:xfrm>
        </p:spPr>
        <p:txBody>
          <a:bodyPr anchor="ctr" anchorCtr="0"/>
          <a:lstStyle>
            <a:lvl1pPr algn="l">
              <a:defRPr sz="4800" spc="-100" baseline="0">
                <a:solidFill>
                  <a:srgbClr val="141414"/>
                </a:solidFill>
              </a:defRPr>
            </a:lvl1pPr>
          </a:lstStyle>
          <a:p>
            <a:r>
              <a:rPr lang="en-US" noProof="0" dirty="0"/>
              <a:t>Click to add title</a:t>
            </a:r>
            <a:endParaRPr lang="en-US" dirty="0"/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266C311E-92BF-5918-7732-348FEE55BAE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2001" y="432000"/>
            <a:ext cx="773998" cy="299737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2D344DD-AE58-6BDF-25A5-7C822D0629F7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8199438" y="2099706"/>
            <a:ext cx="3204000" cy="3088800"/>
          </a:xfrm>
        </p:spPr>
        <p:txBody>
          <a:bodyPr/>
          <a:lstStyle>
            <a:lvl1pPr marL="0" indent="0" algn="ctr">
              <a:buNone/>
              <a:defRPr>
                <a:solidFill>
                  <a:srgbClr val="141414"/>
                </a:solidFill>
              </a:defRPr>
            </a:lvl1pPr>
            <a:lvl2pPr>
              <a:defRPr>
                <a:solidFill>
                  <a:srgbClr val="141414"/>
                </a:solidFill>
              </a:defRPr>
            </a:lvl2pPr>
            <a:lvl3pPr>
              <a:defRPr>
                <a:solidFill>
                  <a:srgbClr val="141414"/>
                </a:solidFill>
              </a:defRPr>
            </a:lvl3pPr>
            <a:lvl4pPr>
              <a:defRPr>
                <a:solidFill>
                  <a:srgbClr val="141414"/>
                </a:solidFill>
              </a:defRPr>
            </a:lvl4pPr>
            <a:lvl5pPr>
              <a:defRPr>
                <a:solidFill>
                  <a:srgbClr val="141414"/>
                </a:solidFill>
              </a:defRPr>
            </a:lvl5pPr>
          </a:lstStyle>
          <a:p>
            <a:pPr lvl="0"/>
            <a:r>
              <a:rPr lang="en-US" dirty="0"/>
              <a:t>Click frame and                            paste copied ICON or NUMBER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103D94-964E-D1A3-7591-4324D5CC738E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7585EFDD-1BE3-41F7-8EA3-6527C9483E00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D5A3AA-D261-55B8-5B90-FA3A9497A7BE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2048400" y="6271200"/>
            <a:ext cx="3883098" cy="18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98593C1-5DDB-15C0-F22A-0D07BD09E4D8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37300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B">
    <p:bg>
      <p:bgPr>
        <a:solidFill>
          <a:srgbClr val="FFCD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32000" y="1295400"/>
            <a:ext cx="5502275" cy="4697413"/>
          </a:xfrm>
        </p:spPr>
        <p:txBody>
          <a:bodyPr anchor="ctr" anchorCtr="0"/>
          <a:lstStyle>
            <a:lvl1pPr algn="l">
              <a:defRPr sz="4800" spc="-100" baseline="0">
                <a:solidFill>
                  <a:srgbClr val="141414"/>
                </a:solidFill>
              </a:defRPr>
            </a:lvl1pPr>
          </a:lstStyle>
          <a:p>
            <a:r>
              <a:rPr lang="en-US" noProof="0" dirty="0"/>
              <a:t>Click to add title</a:t>
            </a:r>
            <a:endParaRPr lang="en-US" dirty="0"/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266C311E-92BF-5918-7732-348FEE55BAE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2001" y="432000"/>
            <a:ext cx="773998" cy="299737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2D344DD-AE58-6BDF-25A5-7C822D0629F7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8199438" y="2099706"/>
            <a:ext cx="3204000" cy="3088800"/>
          </a:xfrm>
        </p:spPr>
        <p:txBody>
          <a:bodyPr/>
          <a:lstStyle>
            <a:lvl1pPr marL="0" indent="0" algn="ctr">
              <a:buNone/>
              <a:defRPr>
                <a:solidFill>
                  <a:srgbClr val="141414"/>
                </a:solidFill>
              </a:defRPr>
            </a:lvl1pPr>
            <a:lvl2pPr>
              <a:defRPr>
                <a:solidFill>
                  <a:srgbClr val="141414"/>
                </a:solidFill>
              </a:defRPr>
            </a:lvl2pPr>
            <a:lvl3pPr>
              <a:defRPr>
                <a:solidFill>
                  <a:srgbClr val="141414"/>
                </a:solidFill>
              </a:defRPr>
            </a:lvl3pPr>
            <a:lvl4pPr>
              <a:defRPr>
                <a:solidFill>
                  <a:srgbClr val="141414"/>
                </a:solidFill>
              </a:defRPr>
            </a:lvl4pPr>
            <a:lvl5pPr>
              <a:defRPr>
                <a:solidFill>
                  <a:srgbClr val="141414"/>
                </a:solidFill>
              </a:defRPr>
            </a:lvl5pPr>
          </a:lstStyle>
          <a:p>
            <a:pPr lvl="0"/>
            <a:r>
              <a:rPr lang="en-US" dirty="0"/>
              <a:t>Click frame and                            paste copied ICON or NUMBER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C858F0-1785-72FD-D321-713A598D749E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ACD8B827-E528-4113-BCCE-1033716C8A43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72296-451F-F708-169F-BE02BE9CE4F8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2048400" y="6271200"/>
            <a:ext cx="3883098" cy="18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FF09D84-863D-9742-C257-72CC58075F68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6627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C">
    <p:bg>
      <p:bgPr>
        <a:solidFill>
          <a:srgbClr val="F3E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32000" y="1295400"/>
            <a:ext cx="5502275" cy="4697413"/>
          </a:xfrm>
        </p:spPr>
        <p:txBody>
          <a:bodyPr anchor="ctr" anchorCtr="0"/>
          <a:lstStyle>
            <a:lvl1pPr algn="l">
              <a:defRPr sz="4800" spc="-100" baseline="0">
                <a:solidFill>
                  <a:srgbClr val="141414"/>
                </a:solidFill>
              </a:defRPr>
            </a:lvl1pPr>
          </a:lstStyle>
          <a:p>
            <a:r>
              <a:rPr lang="en-US" noProof="0" dirty="0"/>
              <a:t>Click to add title</a:t>
            </a:r>
            <a:endParaRPr lang="en-US" dirty="0"/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266C311E-92BF-5918-7732-348FEE55BAE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2001" y="432000"/>
            <a:ext cx="773998" cy="299737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2D344DD-AE58-6BDF-25A5-7C822D0629F7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8199438" y="2099706"/>
            <a:ext cx="3204000" cy="3088800"/>
          </a:xfrm>
        </p:spPr>
        <p:txBody>
          <a:bodyPr/>
          <a:lstStyle>
            <a:lvl1pPr marL="0" indent="0" algn="ctr">
              <a:buNone/>
              <a:defRPr>
                <a:solidFill>
                  <a:srgbClr val="141414"/>
                </a:solidFill>
              </a:defRPr>
            </a:lvl1pPr>
            <a:lvl2pPr>
              <a:defRPr>
                <a:solidFill>
                  <a:srgbClr val="141414"/>
                </a:solidFill>
              </a:defRPr>
            </a:lvl2pPr>
            <a:lvl3pPr>
              <a:defRPr>
                <a:solidFill>
                  <a:srgbClr val="141414"/>
                </a:solidFill>
              </a:defRPr>
            </a:lvl3pPr>
            <a:lvl4pPr>
              <a:defRPr>
                <a:solidFill>
                  <a:srgbClr val="141414"/>
                </a:solidFill>
              </a:defRPr>
            </a:lvl4pPr>
            <a:lvl5pPr>
              <a:defRPr>
                <a:solidFill>
                  <a:srgbClr val="141414"/>
                </a:solidFill>
              </a:defRPr>
            </a:lvl5pPr>
          </a:lstStyle>
          <a:p>
            <a:pPr lvl="0"/>
            <a:r>
              <a:rPr lang="en-US" dirty="0"/>
              <a:t>Click frame and                            paste copied ICON or NUMBER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EAFEDA-5D8F-4472-AE64-1F75A9CBEDCC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8535FCDD-347F-4F43-97BE-D9AE0412B32F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1A8B97-07B4-4391-2950-576BB23CEC3E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2048400" y="6271200"/>
            <a:ext cx="3883098" cy="18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B5AFE99-0C7F-B5D4-26E6-721E0D4326D8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3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32000" y="1295400"/>
            <a:ext cx="3558975" cy="4265613"/>
          </a:xfrm>
        </p:spPr>
        <p:txBody>
          <a:bodyPr anchor="ctr" anchorCtr="0"/>
          <a:lstStyle>
            <a:lvl1pPr algn="l">
              <a:defRPr sz="4800" spc="-100" baseline="0">
                <a:solidFill>
                  <a:srgbClr val="141414"/>
                </a:solidFill>
              </a:defRPr>
            </a:lvl1pPr>
          </a:lstStyle>
          <a:p>
            <a:r>
              <a:rPr lang="en-US" noProof="0" dirty="0"/>
              <a:t>Click to add title</a:t>
            </a:r>
            <a:endParaRPr lang="en-US" dirty="0"/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266C311E-92BF-5918-7732-348FEE55BAE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2001" y="432000"/>
            <a:ext cx="773998" cy="299737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2D344DD-AE58-6BDF-25A5-7C822D0629F7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5286375" y="1295399"/>
            <a:ext cx="6472037" cy="4265613"/>
          </a:xfrm>
        </p:spPr>
        <p:txBody>
          <a:bodyPr/>
          <a:lstStyle>
            <a:lvl1pPr marL="0" indent="0" algn="ctr">
              <a:buNone/>
              <a:defRPr>
                <a:solidFill>
                  <a:srgbClr val="141414"/>
                </a:solidFill>
              </a:defRPr>
            </a:lvl1pPr>
            <a:lvl2pPr>
              <a:defRPr>
                <a:solidFill>
                  <a:srgbClr val="141414"/>
                </a:solidFill>
              </a:defRPr>
            </a:lvl2pPr>
            <a:lvl3pPr>
              <a:defRPr>
                <a:solidFill>
                  <a:srgbClr val="141414"/>
                </a:solidFill>
              </a:defRPr>
            </a:lvl3pPr>
            <a:lvl4pPr>
              <a:defRPr>
                <a:solidFill>
                  <a:srgbClr val="141414"/>
                </a:solidFill>
              </a:defRPr>
            </a:lvl4pPr>
            <a:lvl5pPr>
              <a:defRPr>
                <a:solidFill>
                  <a:srgbClr val="141414"/>
                </a:solidFill>
              </a:defRPr>
            </a:lvl5pPr>
          </a:lstStyle>
          <a:p>
            <a:pPr lvl="0"/>
            <a:r>
              <a:rPr lang="en-US" dirty="0"/>
              <a:t>Click frame and paste copied KONE icon or KONE illustration                        (see slides in the end of the presentation)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4436633-BBBA-0984-F2D7-081A410FDA3C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402555" y="6271200"/>
            <a:ext cx="1617663" cy="180000"/>
          </a:xfrm>
        </p:spPr>
        <p:txBody>
          <a:bodyPr/>
          <a:lstStyle>
            <a:lvl1pPr>
              <a:defRPr>
                <a:solidFill>
                  <a:srgbClr val="141414"/>
                </a:solidFill>
              </a:defRPr>
            </a:lvl1pPr>
          </a:lstStyle>
          <a:p>
            <a:fld id="{C38F3DA6-9EA3-44F3-A9A6-059BE164AA0C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D51C10E4-D76F-BD9C-4317-9C6E675E7D6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31800" y="6271200"/>
            <a:ext cx="648499" cy="180000"/>
          </a:xfrm>
        </p:spPr>
        <p:txBody>
          <a:bodyPr/>
          <a:lstStyle>
            <a:lvl1pPr>
              <a:defRPr>
                <a:solidFill>
                  <a:srgbClr val="141414"/>
                </a:solidFill>
              </a:defRPr>
            </a:lvl1pPr>
          </a:lstStyle>
          <a:p>
            <a:pPr algn="l"/>
            <a:fld id="{23AA811B-2EBD-4900-905E-5BE206449611}" type="slidenum">
              <a:rPr lang="en-US" smtClean="0"/>
              <a:pPr algn="l"/>
              <a:t>‹#›</a:t>
            </a:fld>
            <a:endParaRPr lang="en-US" dirty="0"/>
          </a:p>
        </p:txBody>
      </p:sp>
      <p:pic>
        <p:nvPicPr>
          <p:cNvPr id="3" name="Tagline">
            <a:extLst>
              <a:ext uri="{FF2B5EF4-FFF2-40B4-BE49-F238E27FC236}">
                <a16:creationId xmlns:a16="http://schemas.microsoft.com/office/drawing/2014/main" id="{FCA395D3-4399-25BD-36DA-4C05E7B8AE0A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92226" y="6032713"/>
            <a:ext cx="1268011" cy="43200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A9B074-812E-82E9-3CE3-4971846D80D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3344863" y="6271200"/>
            <a:ext cx="3559248" cy="1800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94136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(just title)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432000" y="1295400"/>
            <a:ext cx="5502275" cy="4697413"/>
          </a:xfrm>
        </p:spPr>
        <p:txBody>
          <a:bodyPr anchor="ctr" anchorCtr="0"/>
          <a:lstStyle>
            <a:lvl1pPr algn="l">
              <a:defRPr sz="4800" spc="-100" baseline="0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Click to add title</a:t>
            </a:r>
            <a:endParaRPr lang="en-US" dirty="0"/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39535F61-80F7-FEAD-C0B1-B205E614A46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2001" y="432000"/>
            <a:ext cx="773998" cy="29973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CD3F10-785E-74E3-41C9-A32A0FCBD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3C48F-08E1-40B5-8BD1-04B1C34134D8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A2F0BE-B639-C6FF-F3E9-5B3703A49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48400" y="6271200"/>
            <a:ext cx="3883098" cy="18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857EBA-4629-14FF-9DD2-F34CC9467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91509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6AEB5-52F0-4660-8F42-9D54730AF8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864201"/>
            <a:ext cx="8737400" cy="986400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32000" y="2160200"/>
            <a:ext cx="8737400" cy="3832613"/>
          </a:xfrm>
        </p:spPr>
        <p:txBody>
          <a:bodyPr rIns="0"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                                                                                                                                                                                       Enter &amp; TAB to view next text style                                                                                                                                               SHIFT+TAB to view previous text style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lvl="5"/>
            <a:r>
              <a:rPr lang="en-US" noProof="0" dirty="0"/>
              <a:t>6</a:t>
            </a:r>
          </a:p>
          <a:p>
            <a:pPr lvl="6"/>
            <a:r>
              <a:rPr lang="en-US" noProof="0" dirty="0"/>
              <a:t>7</a:t>
            </a:r>
          </a:p>
          <a:p>
            <a:pPr lvl="7"/>
            <a:r>
              <a:rPr lang="en-US" noProof="0" dirty="0"/>
              <a:t>8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3916BF-D868-9443-6637-6555C64D50D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E97227C-9FFB-4B5B-BA3E-BF0ACD1C8E06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9E7602-6F45-6880-D19A-A8C67D31F8B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048401" y="6271200"/>
            <a:ext cx="7119937" cy="18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B6D2AF04-943A-4652-F6BF-3E59FE065D8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129AC5F4-D652-D6EC-6B17-EF0CF243CD3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0111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B">
    <p:bg>
      <p:bgPr>
        <a:solidFill>
          <a:srgbClr val="F3E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6AEB5-52F0-4660-8F42-9D54730AF8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863600"/>
            <a:ext cx="8737400" cy="986400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32000" y="2160000"/>
            <a:ext cx="8737400" cy="3832813"/>
          </a:xfrm>
        </p:spPr>
        <p:txBody>
          <a:bodyPr rIns="0"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                                                                                                                                                                                       Enter &amp; TAB to view next text style                                                                                                                                               SHIFT+TAB to view previous text style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lvl="5"/>
            <a:r>
              <a:rPr lang="en-US" noProof="0" dirty="0"/>
              <a:t>6</a:t>
            </a:r>
          </a:p>
          <a:p>
            <a:pPr lvl="6"/>
            <a:r>
              <a:rPr lang="en-US" noProof="0" dirty="0"/>
              <a:t>7</a:t>
            </a:r>
          </a:p>
          <a:p>
            <a:pPr lvl="7"/>
            <a:r>
              <a:rPr lang="en-US" noProof="0" dirty="0"/>
              <a:t>8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5E9BD4-4D39-2DFD-3452-2B27088E1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071B5-4674-4B04-8EB6-0B35CE4D31EE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1C40B8-E555-B912-7D74-AEFEAFE7D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48401" y="6271200"/>
            <a:ext cx="7119937" cy="18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4719DB-0A1C-D31A-F3F3-8E4447B4E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283364F2-0EA0-234E-7BC9-E8DF25E6ADD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90155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6AEB5-52F0-4660-8F42-9D54730AF8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864201"/>
            <a:ext cx="8737400" cy="647681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32000" y="2160200"/>
            <a:ext cx="8737400" cy="3832613"/>
          </a:xfrm>
        </p:spPr>
        <p:txBody>
          <a:bodyPr rIns="0"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                                                                                                                                                                                       Enter &amp; TAB to view next text style                                                                                                                                               SHIFT+TAB to view previous text style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lvl="5"/>
            <a:r>
              <a:rPr lang="en-US" noProof="0" dirty="0"/>
              <a:t>6</a:t>
            </a:r>
          </a:p>
          <a:p>
            <a:pPr lvl="6"/>
            <a:r>
              <a:rPr lang="en-US" noProof="0" dirty="0"/>
              <a:t>7</a:t>
            </a:r>
          </a:p>
          <a:p>
            <a:pPr lvl="7"/>
            <a:r>
              <a:rPr lang="en-US" noProof="0" dirty="0"/>
              <a:t>8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3916BF-D868-9443-6637-6555C64D50D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E97227C-9FFB-4B5B-BA3E-BF0ACD1C8E06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9E7602-6F45-6880-D19A-A8C67D31F8B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048401" y="6271200"/>
            <a:ext cx="7119937" cy="18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B6D2AF04-943A-4652-F6BF-3E59FE065D8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49C0337-07D0-5912-424D-629D4C32E01E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432001" y="1511882"/>
            <a:ext cx="8736338" cy="338542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dirty="0"/>
              <a:t>Click to add subtitle</a:t>
            </a:r>
          </a:p>
        </p:txBody>
      </p:sp>
      <p:pic>
        <p:nvPicPr>
          <p:cNvPr id="7" name="Logo">
            <a:extLst>
              <a:ext uri="{FF2B5EF4-FFF2-40B4-BE49-F238E27FC236}">
                <a16:creationId xmlns:a16="http://schemas.microsoft.com/office/drawing/2014/main" id="{7604D4D7-44C9-D0B0-8881-4766DF7C873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96588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6AEB5-52F0-4660-8F42-9D54730AF8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864202"/>
            <a:ext cx="8737400" cy="584612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32000" y="2160000"/>
            <a:ext cx="8737400" cy="3834000"/>
          </a:xfrm>
        </p:spPr>
        <p:txBody>
          <a:bodyPr rIns="0"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                                                                                                                                                                                       Enter &amp; TAB to view next text style                                                                                                                                               SHIFT+TAB to view previous text style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lvl="5"/>
            <a:r>
              <a:rPr lang="en-US" noProof="0" dirty="0"/>
              <a:t>6</a:t>
            </a:r>
          </a:p>
          <a:p>
            <a:pPr lvl="6"/>
            <a:r>
              <a:rPr lang="en-US" noProof="0" dirty="0"/>
              <a:t>7</a:t>
            </a:r>
          </a:p>
          <a:p>
            <a:pPr lvl="7"/>
            <a:r>
              <a:rPr lang="en-US" noProof="0" dirty="0"/>
              <a:t>8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3916BF-D868-9443-6637-6555C64D50D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E97227C-9FFB-4B5B-BA3E-BF0ACD1C8E06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9E7602-6F45-6880-D19A-A8C67D31F8B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048401" y="6271200"/>
            <a:ext cx="7119937" cy="18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B6D2AF04-943A-4652-F6BF-3E59FE065D8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49C0337-07D0-5912-424D-629D4C32E01E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432001" y="368846"/>
            <a:ext cx="8736338" cy="338542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 cap="all" baseline="0">
                <a:solidFill>
                  <a:srgbClr val="1450F5"/>
                </a:solidFill>
                <a:latin typeface="KONE Information" panose="020B0603040000020003" pitchFamily="34" charset="-79"/>
                <a:cs typeface="KONE Information" panose="020B0603040000020003" pitchFamily="34" charset="-79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dirty="0"/>
              <a:t>Click to add subtitle</a:t>
            </a:r>
          </a:p>
        </p:txBody>
      </p:sp>
      <p:pic>
        <p:nvPicPr>
          <p:cNvPr id="7" name="Logo">
            <a:extLst>
              <a:ext uri="{FF2B5EF4-FFF2-40B4-BE49-F238E27FC236}">
                <a16:creationId xmlns:a16="http://schemas.microsoft.com/office/drawing/2014/main" id="{6745A831-2F0F-142B-7A77-7C02C4F751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71565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7CF41-4700-4C0D-801F-1B8DD72EDF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864201"/>
            <a:ext cx="11325600" cy="986400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31800" y="2160000"/>
            <a:ext cx="5500688" cy="3832614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                                                                    Enter &amp; TAB to view next text style                                           SHIFT+TAB to view previous text style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lvl="5"/>
            <a:r>
              <a:rPr lang="en-US" noProof="0" dirty="0"/>
              <a:t>6</a:t>
            </a:r>
          </a:p>
          <a:p>
            <a:pPr lvl="6"/>
            <a:r>
              <a:rPr lang="en-US" noProof="0" dirty="0"/>
              <a:t>7</a:t>
            </a:r>
          </a:p>
          <a:p>
            <a:pPr lvl="7"/>
            <a:r>
              <a:rPr lang="en-US" noProof="0" dirty="0"/>
              <a:t>8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17CE2ECF-AF40-4809-BD16-DFC59D53926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59514" y="2160000"/>
            <a:ext cx="5501485" cy="3832614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                                                                    Enter &amp; TAB to view next text style                              SHIFT+TAB to view previous text style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noProof="0" dirty="0"/>
              <a:t>6</a:t>
            </a:r>
          </a:p>
          <a:p>
            <a:pPr lvl="6"/>
            <a:r>
              <a:rPr lang="en-US" noProof="0" dirty="0"/>
              <a:t>7</a:t>
            </a:r>
          </a:p>
          <a:p>
            <a:pPr lvl="7"/>
            <a:r>
              <a:rPr lang="en-US" noProof="0" dirty="0"/>
              <a:t>8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4931AF2F-9DAA-B62C-4FD4-F4C9743CD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FAED8-9330-4118-88BE-11A30FFD7FAF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2745B97-C128-A763-F7C6-47AC50A6E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48400" y="6271200"/>
            <a:ext cx="8092650" cy="18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EE97C30-0CD9-55CE-45C7-0000B8B57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0A89E774-2464-2A29-0AC6-D867370F045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092686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B">
    <p:bg>
      <p:bgPr>
        <a:solidFill>
          <a:srgbClr val="F3E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7CF41-4700-4C0D-801F-1B8DD72EDF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863600"/>
            <a:ext cx="11325600" cy="986400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32001" y="2160000"/>
            <a:ext cx="5500488" cy="3833214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                                                                    Enter &amp; TAB to view next text style                                           SHIFT+TAB to view previous text style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lvl="5"/>
            <a:r>
              <a:rPr lang="en-US" noProof="0" dirty="0"/>
              <a:t>6</a:t>
            </a:r>
          </a:p>
          <a:p>
            <a:pPr lvl="6"/>
            <a:r>
              <a:rPr lang="en-US" noProof="0" dirty="0"/>
              <a:t>7</a:t>
            </a:r>
          </a:p>
          <a:p>
            <a:pPr lvl="7"/>
            <a:r>
              <a:rPr lang="en-US" noProof="0" dirty="0"/>
              <a:t>8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17CE2ECF-AF40-4809-BD16-DFC59D53926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57112" y="2160000"/>
            <a:ext cx="5500488" cy="3833214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                                                                    Enter &amp; TAB to view next text style                              SHIFT+TAB to view previous text style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noProof="0" dirty="0"/>
              <a:t>6</a:t>
            </a:r>
          </a:p>
          <a:p>
            <a:pPr lvl="6"/>
            <a:r>
              <a:rPr lang="en-US" noProof="0" dirty="0"/>
              <a:t>7</a:t>
            </a:r>
          </a:p>
          <a:p>
            <a:pPr lvl="7"/>
            <a:r>
              <a:rPr lang="en-US" noProof="0" dirty="0"/>
              <a:t>8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4931AF2F-9DAA-B62C-4FD4-F4C9743CD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BCAC6-7E1E-437B-98A1-71C04751BE3D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2745B97-C128-A763-F7C6-47AC50A6E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48400" y="6271200"/>
            <a:ext cx="8091487" cy="18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EE97C30-0CD9-55CE-45C7-0000B8B57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0023AB5E-21C9-E39C-13CD-BE095656A4F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6922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7CF41-4700-4C0D-801F-1B8DD72EDF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864200"/>
            <a:ext cx="3560400" cy="986400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32000" y="2160200"/>
            <a:ext cx="3560400" cy="3832614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                              Enter &amp; TAB to view next text style       SHIFT+TAB to view previous text style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lvl="5"/>
            <a:r>
              <a:rPr lang="en-US" noProof="0" dirty="0"/>
              <a:t>6</a:t>
            </a:r>
          </a:p>
          <a:p>
            <a:pPr lvl="6"/>
            <a:r>
              <a:rPr lang="en-US" noProof="0" dirty="0"/>
              <a:t>7</a:t>
            </a:r>
          </a:p>
          <a:p>
            <a:pPr lvl="7"/>
            <a:r>
              <a:rPr lang="en-US" noProof="0" dirty="0"/>
              <a:t>8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17CE2ECF-AF40-4809-BD16-DFC59D53926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314825" y="2160199"/>
            <a:ext cx="7442775" cy="3832614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                                                                                                          Enter &amp; TAB to view next text style                                                                             SHIFT+TAB to view previous text style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noProof="0" dirty="0"/>
              <a:t>6</a:t>
            </a:r>
          </a:p>
          <a:p>
            <a:pPr lvl="6"/>
            <a:r>
              <a:rPr lang="en-US" noProof="0" dirty="0"/>
              <a:t>7</a:t>
            </a:r>
          </a:p>
          <a:p>
            <a:pPr lvl="7"/>
            <a:r>
              <a:rPr lang="en-US" noProof="0" dirty="0"/>
              <a:t>8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4931AF2F-9DAA-B62C-4FD4-F4C9743CD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FCF8E-BEA5-49D6-9EEB-D2C388E49C92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2745B97-C128-A763-F7C6-47AC50A6E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48400" y="6271200"/>
            <a:ext cx="8092650" cy="18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EE97C30-0CD9-55CE-45C7-0000B8B57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B4C0103B-0E28-FA6A-2D1E-C523A53A426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88769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D">
    <p:bg>
      <p:bgPr>
        <a:solidFill>
          <a:srgbClr val="F3E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7CF41-4700-4C0D-801F-1B8DD72EDF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864000"/>
            <a:ext cx="3560400" cy="986400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32000" y="2159999"/>
            <a:ext cx="3560400" cy="3832813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                              Enter &amp; TAB to view next text style       SHIFT+TAB to view previous text style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lvl="5"/>
            <a:r>
              <a:rPr lang="en-US" noProof="0" dirty="0"/>
              <a:t>6</a:t>
            </a:r>
          </a:p>
          <a:p>
            <a:pPr lvl="6"/>
            <a:r>
              <a:rPr lang="en-US" noProof="0" dirty="0"/>
              <a:t>7</a:t>
            </a:r>
          </a:p>
          <a:p>
            <a:pPr lvl="7"/>
            <a:r>
              <a:rPr lang="en-US" noProof="0" dirty="0"/>
              <a:t>8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17CE2ECF-AF40-4809-BD16-DFC59D53926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314825" y="2159999"/>
            <a:ext cx="7442775" cy="3832813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                                                                                                          Enter &amp; TAB to view next text style                                                                             SHIFT+TAB to view previous text style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noProof="0" dirty="0"/>
              <a:t>6</a:t>
            </a:r>
          </a:p>
          <a:p>
            <a:pPr lvl="6"/>
            <a:r>
              <a:rPr lang="en-US" noProof="0" dirty="0"/>
              <a:t>7</a:t>
            </a:r>
          </a:p>
          <a:p>
            <a:pPr lvl="7"/>
            <a:r>
              <a:rPr lang="en-US" noProof="0" dirty="0"/>
              <a:t>8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4931AF2F-9DAA-B62C-4FD4-F4C9743CD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DC0E1-1BCD-4AEC-90FF-0EAD2019F531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2745B97-C128-A763-F7C6-47AC50A6E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48400" y="6271200"/>
            <a:ext cx="8092650" cy="18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EE97C30-0CD9-55CE-45C7-0000B8B57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F4F7B231-0338-08B1-A6A5-9318190E0F9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01325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6AEB5-52F0-4660-8F42-9D54730AF8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31999" y="2160000"/>
            <a:ext cx="3560400" cy="3834400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                                Enter &amp; TAB to view next text style        SHIFT+TAB to view previous text style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lvl="5"/>
            <a:r>
              <a:rPr lang="en-US" noProof="0" dirty="0"/>
              <a:t>6</a:t>
            </a:r>
          </a:p>
          <a:p>
            <a:pPr lvl="6"/>
            <a:r>
              <a:rPr lang="en-US" noProof="0" dirty="0"/>
              <a:t>7</a:t>
            </a:r>
          </a:p>
          <a:p>
            <a:pPr lvl="7"/>
            <a:r>
              <a:rPr lang="en-US" noProof="0" dirty="0"/>
              <a:t>8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ED1EC185-5B12-41DF-8263-14BD8E01E25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314825" y="2160000"/>
            <a:ext cx="3560400" cy="3834400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                              Enter &amp; TAB to view next text style    SHIFT+TAB to view previous text style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noProof="0" dirty="0"/>
              <a:t>6</a:t>
            </a:r>
          </a:p>
          <a:p>
            <a:pPr lvl="6"/>
            <a:r>
              <a:rPr lang="en-US" noProof="0" dirty="0"/>
              <a:t>7</a:t>
            </a:r>
          </a:p>
          <a:p>
            <a:pPr lvl="7"/>
            <a:r>
              <a:rPr lang="en-US" noProof="0" dirty="0"/>
              <a:t>8</a:t>
            </a:r>
            <a:endParaRPr lang="en-US" dirty="0"/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B51A870A-B49A-41AB-A520-9F693B2A477E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199438" y="2160000"/>
            <a:ext cx="3560400" cy="3834400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                              Enter &amp; TAB to view next text style    SHIFT+TAB to view previous text style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noProof="0" dirty="0"/>
              <a:t>6</a:t>
            </a:r>
          </a:p>
          <a:p>
            <a:pPr lvl="6"/>
            <a:r>
              <a:rPr lang="en-US" noProof="0" dirty="0"/>
              <a:t>7</a:t>
            </a:r>
          </a:p>
          <a:p>
            <a:pPr lvl="7"/>
            <a:r>
              <a:rPr lang="en-US" noProof="0" dirty="0"/>
              <a:t>8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466B440-3458-F23C-D1CB-333665BCF095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B00FB025-1459-4F5A-B4E2-F32A8127E678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E50EF31A-FE72-B054-1668-E44BDD11246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2048400" y="6271200"/>
            <a:ext cx="8092650" cy="18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C65E58D-3360-3495-B998-8A6CB389A971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6ADA4EA1-54A4-5AF6-6248-DB2EF682732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21285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B">
    <p:bg>
      <p:bgPr>
        <a:solidFill>
          <a:srgbClr val="F3E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6AEB5-52F0-4660-8F42-9D54730AF8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31999" y="2160000"/>
            <a:ext cx="3560400" cy="3834400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                                Enter &amp; TAB to view next text style        SHIFT+TAB to view previous text style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lvl="5"/>
            <a:r>
              <a:rPr lang="en-US" noProof="0" dirty="0"/>
              <a:t>6</a:t>
            </a:r>
          </a:p>
          <a:p>
            <a:pPr lvl="6"/>
            <a:r>
              <a:rPr lang="en-US" noProof="0" dirty="0"/>
              <a:t>7</a:t>
            </a:r>
          </a:p>
          <a:p>
            <a:pPr lvl="7"/>
            <a:r>
              <a:rPr lang="en-US" noProof="0" dirty="0"/>
              <a:t>8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ED1EC185-5B12-41DF-8263-14BD8E01E25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314825" y="2160000"/>
            <a:ext cx="3560400" cy="3834400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                              Enter &amp; TAB to view next text style    SHIFT+TAB to view previous text style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noProof="0" dirty="0"/>
              <a:t>6</a:t>
            </a:r>
          </a:p>
          <a:p>
            <a:pPr lvl="6"/>
            <a:r>
              <a:rPr lang="en-US" noProof="0" dirty="0"/>
              <a:t>7</a:t>
            </a:r>
          </a:p>
          <a:p>
            <a:pPr lvl="7"/>
            <a:r>
              <a:rPr lang="en-US" noProof="0" dirty="0"/>
              <a:t>8</a:t>
            </a:r>
            <a:endParaRPr lang="en-US" dirty="0"/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B51A870A-B49A-41AB-A520-9F693B2A477E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199438" y="2160000"/>
            <a:ext cx="3560400" cy="3834400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                              Enter &amp; TAB to view next text style    SHIFT+TAB to view previous text style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noProof="0" dirty="0"/>
              <a:t>6</a:t>
            </a:r>
          </a:p>
          <a:p>
            <a:pPr lvl="6"/>
            <a:r>
              <a:rPr lang="en-US" noProof="0" dirty="0"/>
              <a:t>7</a:t>
            </a:r>
          </a:p>
          <a:p>
            <a:pPr lvl="7"/>
            <a:r>
              <a:rPr lang="en-US" noProof="0" dirty="0"/>
              <a:t>8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466B440-3458-F23C-D1CB-333665BCF095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22B58FE7-8D6F-4ED8-B566-1CE1D7B79795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E50EF31A-FE72-B054-1668-E44BDD11246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2048400" y="6271200"/>
            <a:ext cx="8092650" cy="18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C65E58D-3360-3495-B998-8A6CB389A971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6C7ED62A-EDD7-D5A0-E200-80AD55665B3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60392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6AEB5-52F0-4660-8F42-9D54730AF8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863600"/>
            <a:ext cx="6472038" cy="986400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31999" y="2160000"/>
            <a:ext cx="3560400" cy="3832813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                                Enter &amp; TAB to view next text style        SHIFT+TAB to view previous text style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lvl="5"/>
            <a:r>
              <a:rPr lang="en-US" noProof="0" dirty="0"/>
              <a:t>6</a:t>
            </a:r>
          </a:p>
          <a:p>
            <a:pPr lvl="6"/>
            <a:r>
              <a:rPr lang="en-US" noProof="0" dirty="0"/>
              <a:t>7</a:t>
            </a:r>
          </a:p>
          <a:p>
            <a:pPr lvl="7"/>
            <a:r>
              <a:rPr lang="en-US" noProof="0" dirty="0"/>
              <a:t>8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ED1EC185-5B12-41DF-8263-14BD8E01E25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314825" y="2160000"/>
            <a:ext cx="2589213" cy="3832813"/>
          </a:xfrm>
        </p:spPr>
        <p:txBody>
          <a:bodyPr/>
          <a:lstStyle>
            <a:lvl1pPr>
              <a:defRPr/>
            </a:lvl1pPr>
            <a:lvl5pPr>
              <a:defRPr/>
            </a:lvl5pPr>
            <a:lvl7pPr>
              <a:defRPr/>
            </a:lvl7pPr>
          </a:lstStyle>
          <a:p>
            <a:pPr lvl="0"/>
            <a:r>
              <a:rPr lang="en-US" noProof="0" dirty="0"/>
              <a:t>Click to add text                   Enter &amp; TAB to view next text style              SHIFT+TAB to view previous text style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noProof="0" dirty="0"/>
              <a:t>6</a:t>
            </a:r>
          </a:p>
          <a:p>
            <a:pPr lvl="6"/>
            <a:r>
              <a:rPr lang="en-US" noProof="0" dirty="0"/>
              <a:t>7</a:t>
            </a:r>
          </a:p>
          <a:p>
            <a:pPr lvl="7"/>
            <a:r>
              <a:rPr lang="en-US" noProof="0" dirty="0"/>
              <a:t>8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B51A870A-B49A-41AB-A520-9F693B2A477E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7227888" y="863600"/>
            <a:ext cx="4531950" cy="5129213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                                                  Enter &amp; TAB to view next text style         SHIFT+TAB to view previous text style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noProof="0" dirty="0"/>
              <a:t>6</a:t>
            </a:r>
          </a:p>
          <a:p>
            <a:pPr lvl="6"/>
            <a:r>
              <a:rPr lang="en-US" noProof="0" dirty="0"/>
              <a:t>7</a:t>
            </a:r>
          </a:p>
          <a:p>
            <a:pPr lvl="7"/>
            <a:r>
              <a:rPr lang="en-US" noProof="0" dirty="0"/>
              <a:t>8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466B440-3458-F23C-D1CB-333665BCF095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8D5AADE4-FF53-4C7F-9CA3-5BD6767BE0B9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E50EF31A-FE72-B054-1668-E44BDD11246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2048400" y="6271200"/>
            <a:ext cx="8092650" cy="18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C65E58D-3360-3495-B998-8A6CB389A971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1765F2F6-BD68-9BD6-6E5C-8BF4E698943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34012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D">
    <p:bg>
      <p:bgPr>
        <a:solidFill>
          <a:srgbClr val="F3E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6AEB5-52F0-4660-8F42-9D54730AF8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863600"/>
            <a:ext cx="6472038" cy="986400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31999" y="2160000"/>
            <a:ext cx="3560400" cy="3832813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                                Enter &amp; TAB to view next text style        SHIFT+TAB to view previous text style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lvl="5"/>
            <a:r>
              <a:rPr lang="en-US" noProof="0" dirty="0"/>
              <a:t>6</a:t>
            </a:r>
          </a:p>
          <a:p>
            <a:pPr lvl="6"/>
            <a:r>
              <a:rPr lang="en-US" noProof="0" dirty="0"/>
              <a:t>7</a:t>
            </a:r>
          </a:p>
          <a:p>
            <a:pPr lvl="7"/>
            <a:r>
              <a:rPr lang="en-US" noProof="0" dirty="0"/>
              <a:t>8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ED1EC185-5B12-41DF-8263-14BD8E01E25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314825" y="2160000"/>
            <a:ext cx="2589213" cy="3832813"/>
          </a:xfrm>
        </p:spPr>
        <p:txBody>
          <a:bodyPr/>
          <a:lstStyle>
            <a:lvl1pPr>
              <a:defRPr/>
            </a:lvl1pPr>
            <a:lvl5pPr>
              <a:defRPr/>
            </a:lvl5pPr>
            <a:lvl7pPr>
              <a:defRPr/>
            </a:lvl7pPr>
          </a:lstStyle>
          <a:p>
            <a:pPr lvl="0"/>
            <a:r>
              <a:rPr lang="en-US" noProof="0" dirty="0"/>
              <a:t>Click to add text                   Enter &amp; TAB to view next text style              SHIFT+TAB to view previous text style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noProof="0" dirty="0"/>
              <a:t>6</a:t>
            </a:r>
          </a:p>
          <a:p>
            <a:pPr lvl="6"/>
            <a:r>
              <a:rPr lang="en-US" noProof="0" dirty="0"/>
              <a:t>7</a:t>
            </a:r>
          </a:p>
          <a:p>
            <a:pPr lvl="7"/>
            <a:r>
              <a:rPr lang="en-US" noProof="0" dirty="0"/>
              <a:t>8</a:t>
            </a:r>
            <a:endParaRPr lang="en-US" dirty="0"/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B51A870A-B49A-41AB-A520-9F693B2A477E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7227888" y="863600"/>
            <a:ext cx="4531950" cy="5129213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                                                  Enter &amp; TAB to view next text style         SHIFT+TAB to view previous text style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noProof="0" dirty="0"/>
              <a:t>6</a:t>
            </a:r>
          </a:p>
          <a:p>
            <a:pPr lvl="6"/>
            <a:r>
              <a:rPr lang="en-US" noProof="0" dirty="0"/>
              <a:t>7</a:t>
            </a:r>
          </a:p>
          <a:p>
            <a:pPr lvl="7"/>
            <a:r>
              <a:rPr lang="en-US" noProof="0" dirty="0"/>
              <a:t>8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466B440-3458-F23C-D1CB-333665BCF095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4CAA6DB2-E736-451A-86F1-1796C238F2E0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E50EF31A-FE72-B054-1668-E44BDD11246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2048400" y="6271200"/>
            <a:ext cx="8092650" cy="18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C65E58D-3360-3495-B998-8A6CB389A971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88FD27A1-FB85-F7FD-F51B-85DFBC9730E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69962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s and tex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55029-5E8C-01A6-527F-9856D08533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1290310"/>
            <a:ext cx="3559175" cy="986400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C6BB329-308F-2B07-525C-A23C252C62A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286375" y="1296000"/>
            <a:ext cx="2589213" cy="2188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            Enter &amp; TAB to view next text style              SHIFT+TAB to view previous text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7C9EADE-506B-A4E6-ED55-A3564833E65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286374" y="3805925"/>
            <a:ext cx="2589213" cy="2188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                              Enter &amp; TAB to view next text style              SHIFT+TAB to view previous text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4469062-D008-CE4C-1CA5-EB4E87B2D90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32000" y="2586710"/>
            <a:ext cx="3559175" cy="340801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                              Enter &amp; TAB to view next text style              SHIFT+TAB to view previous text style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D3FBAB97-30FA-5D51-9E1F-C5A8FF6479ED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8199438" y="1296000"/>
            <a:ext cx="3559421" cy="2188800"/>
          </a:xfrm>
          <a:solidFill>
            <a:schemeClr val="bg1">
              <a:lumMod val="85000"/>
            </a:schemeClr>
          </a:solidFill>
        </p:spPr>
        <p:txBody>
          <a:bodyPr tIns="576000"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9" name="Picture Placeholder 16">
            <a:extLst>
              <a:ext uri="{FF2B5EF4-FFF2-40B4-BE49-F238E27FC236}">
                <a16:creationId xmlns:a16="http://schemas.microsoft.com/office/drawing/2014/main" id="{9AC831F9-9E31-D9F7-9B60-F83847A0D089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196837" y="3805925"/>
            <a:ext cx="3560763" cy="2188800"/>
          </a:xfrm>
          <a:solidFill>
            <a:schemeClr val="bg1">
              <a:lumMod val="85000"/>
            </a:schemeClr>
          </a:solidFill>
        </p:spPr>
        <p:txBody>
          <a:bodyPr tIns="576000"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5CA437E-B9E9-6E96-C918-140C31215EC6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0B6AE01A-3E9C-45AD-8FF2-AD12D426AFE0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B3FA518-74A4-049B-B657-631FB56E36E0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2048400" y="6271200"/>
            <a:ext cx="8092650" cy="18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20149EE-DBF1-636D-84BA-A543C7D608CB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1BBAFA7D-9B89-6A14-CD33-FD654EAC0C5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82412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s and tex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5712B-4E71-D432-07E8-176AED5BFD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863600"/>
            <a:ext cx="8413551" cy="584613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 in one line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C6BB329-308F-2B07-525C-A23C252C62A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51315" y="1727200"/>
            <a:ext cx="2581174" cy="4265013"/>
          </a:xfrm>
        </p:spPr>
        <p:txBody>
          <a:bodyPr anchor="b" anchorCtr="0"/>
          <a:lstStyle>
            <a:lvl1pPr>
              <a:defRPr/>
            </a:lvl1pPr>
          </a:lstStyle>
          <a:p>
            <a:pPr lvl="0"/>
            <a:r>
              <a:rPr lang="en-US" dirty="0"/>
              <a:t>Click to add text             Enter &amp; TAB to view next text style              SHIFT+TAB to view previous text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7C9EADE-506B-A4E6-ED55-A3564833E65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70786" y="1727200"/>
            <a:ext cx="2589213" cy="4265013"/>
          </a:xfrm>
        </p:spPr>
        <p:txBody>
          <a:bodyPr anchor="b" anchorCtr="0"/>
          <a:lstStyle>
            <a:lvl1pPr>
              <a:defRPr/>
            </a:lvl1pPr>
          </a:lstStyle>
          <a:p>
            <a:pPr lvl="0"/>
            <a:r>
              <a:rPr lang="en-US" dirty="0"/>
              <a:t>Click to add text                               Enter &amp; TAB to view next text style              SHIFT+TAB to view previous text style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D3FBAB97-30FA-5D51-9E1F-C5A8FF6479ED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32000" y="1727200"/>
            <a:ext cx="2589213" cy="4265013"/>
          </a:xfrm>
          <a:solidFill>
            <a:schemeClr val="bg1">
              <a:lumMod val="85000"/>
            </a:schemeClr>
          </a:solidFill>
        </p:spPr>
        <p:txBody>
          <a:bodyPr tIns="576000"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9" name="Picture Placeholder 16">
            <a:extLst>
              <a:ext uri="{FF2B5EF4-FFF2-40B4-BE49-F238E27FC236}">
                <a16:creationId xmlns:a16="http://schemas.microsoft.com/office/drawing/2014/main" id="{9AC831F9-9E31-D9F7-9B60-F83847A0D089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6256338" y="1727200"/>
            <a:ext cx="2589213" cy="4265013"/>
          </a:xfrm>
          <a:solidFill>
            <a:schemeClr val="bg1">
              <a:lumMod val="85000"/>
            </a:schemeClr>
          </a:solidFill>
        </p:spPr>
        <p:txBody>
          <a:bodyPr tIns="576000"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7EACEEC-FBDD-4434-C252-D718F2800E7C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493E73D4-C8CD-49C2-9B93-446187B58126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E4BEAB8-67C2-FEB2-B84D-7CA461A8C2CA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2048400" y="6271200"/>
            <a:ext cx="8092650" cy="18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F40D61E-53EF-7DF5-0A8B-5AF2168ADC11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CB7C8CE4-85E1-157F-ABB7-C96BAFD1B3D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18683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s and text C">
    <p:bg>
      <p:bgPr>
        <a:solidFill>
          <a:srgbClr val="F3E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58CBBC1B-7DB9-FFF8-7936-68B9FD809A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863600"/>
            <a:ext cx="8413551" cy="584613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 in one line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C6BB329-308F-2B07-525C-A23C252C62A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51315" y="1729387"/>
            <a:ext cx="2581174" cy="4265013"/>
          </a:xfrm>
        </p:spPr>
        <p:txBody>
          <a:bodyPr anchor="b" anchorCtr="0"/>
          <a:lstStyle>
            <a:lvl1pPr>
              <a:defRPr/>
            </a:lvl1pPr>
          </a:lstStyle>
          <a:p>
            <a:pPr lvl="0"/>
            <a:r>
              <a:rPr lang="en-US" dirty="0"/>
              <a:t>Click to add text             Enter &amp; TAB to view next text style              SHIFT+TAB to view previous text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7C9EADE-506B-A4E6-ED55-A3564833E65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70786" y="1729387"/>
            <a:ext cx="2589213" cy="4265013"/>
          </a:xfrm>
        </p:spPr>
        <p:txBody>
          <a:bodyPr anchor="b" anchorCtr="0"/>
          <a:lstStyle>
            <a:lvl1pPr>
              <a:defRPr/>
            </a:lvl1pPr>
          </a:lstStyle>
          <a:p>
            <a:pPr lvl="0"/>
            <a:r>
              <a:rPr lang="en-US" dirty="0"/>
              <a:t>Click to add text                               Enter &amp; TAB to view next text style              SHIFT+TAB to view previous text style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D3FBAB97-30FA-5D51-9E1F-C5A8FF6479ED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32000" y="1729387"/>
            <a:ext cx="2589213" cy="4265013"/>
          </a:xfrm>
          <a:solidFill>
            <a:schemeClr val="bg1">
              <a:lumMod val="85000"/>
            </a:schemeClr>
          </a:solidFill>
        </p:spPr>
        <p:txBody>
          <a:bodyPr tIns="576000"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9" name="Picture Placeholder 16">
            <a:extLst>
              <a:ext uri="{FF2B5EF4-FFF2-40B4-BE49-F238E27FC236}">
                <a16:creationId xmlns:a16="http://schemas.microsoft.com/office/drawing/2014/main" id="{9AC831F9-9E31-D9F7-9B60-F83847A0D089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6256338" y="1729387"/>
            <a:ext cx="2589213" cy="4265013"/>
          </a:xfrm>
          <a:solidFill>
            <a:schemeClr val="bg1">
              <a:lumMod val="85000"/>
            </a:schemeClr>
          </a:solidFill>
        </p:spPr>
        <p:txBody>
          <a:bodyPr tIns="576000"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CD84BC30-2E53-95BB-159A-27022A86E78B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5A501290-3DB8-4FBF-85FF-74D7D57F4AF2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D7B63327-8549-BFBC-C12F-0F2EE4CEB9F6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2048400" y="6271200"/>
            <a:ext cx="8092650" cy="18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FBBE820-A6DC-772D-F054-F8C66D66D890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Logo">
            <a:extLst>
              <a:ext uri="{FF2B5EF4-FFF2-40B4-BE49-F238E27FC236}">
                <a16:creationId xmlns:a16="http://schemas.microsoft.com/office/drawing/2014/main" id="{C74519A9-6173-3C01-2E63-A1EAFA6CF5E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75763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ictur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C6BB329-308F-2B07-525C-A23C252C62A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2000" y="4211999"/>
            <a:ext cx="3559421" cy="17808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                              Enter &amp; TAB to view next text style              SHIFT+TAB to view previous text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7C9EADE-506B-A4E6-ED55-A3564833E65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14824" y="4211999"/>
            <a:ext cx="3560763" cy="17808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                              Enter &amp; TAB to view next text style              SHIFT+TAB to view previous text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4469062-D008-CE4C-1CA5-EB4E87B2D90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99437" y="4211999"/>
            <a:ext cx="3559175" cy="17808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                              Enter &amp; TAB to view next text style              SHIFT+TAB to view previous text style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D3FBAB97-30FA-5D51-9E1F-C5A8FF6479ED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32000" y="1296000"/>
            <a:ext cx="3559421" cy="2588400"/>
          </a:xfrm>
          <a:solidFill>
            <a:schemeClr val="bg1">
              <a:lumMod val="85000"/>
            </a:schemeClr>
          </a:solidFill>
        </p:spPr>
        <p:txBody>
          <a:bodyPr tIns="576000"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9" name="Picture Placeholder 16">
            <a:extLst>
              <a:ext uri="{FF2B5EF4-FFF2-40B4-BE49-F238E27FC236}">
                <a16:creationId xmlns:a16="http://schemas.microsoft.com/office/drawing/2014/main" id="{9AC831F9-9E31-D9F7-9B60-F83847A0D089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4314824" y="1296000"/>
            <a:ext cx="3560763" cy="2588400"/>
          </a:xfrm>
          <a:solidFill>
            <a:schemeClr val="bg1">
              <a:lumMod val="85000"/>
            </a:schemeClr>
          </a:solidFill>
        </p:spPr>
        <p:txBody>
          <a:bodyPr tIns="576000"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20" name="Picture Placeholder 16">
            <a:extLst>
              <a:ext uri="{FF2B5EF4-FFF2-40B4-BE49-F238E27FC236}">
                <a16:creationId xmlns:a16="http://schemas.microsoft.com/office/drawing/2014/main" id="{D429DD04-EC95-7FC7-3C62-267E79BEB6EE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8199437" y="1296000"/>
            <a:ext cx="3559175" cy="2588400"/>
          </a:xfrm>
          <a:solidFill>
            <a:schemeClr val="bg1">
              <a:lumMod val="85000"/>
            </a:schemeClr>
          </a:solidFill>
        </p:spPr>
        <p:txBody>
          <a:bodyPr tIns="576000"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464986-31E7-BAE8-CA1B-F5B4CBF5C3E6}"/>
              </a:ext>
            </a:extLst>
          </p:cNvPr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fld id="{44FA8394-B24F-4012-8AE0-19DD34A4F406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FB38A3-76D1-5B2E-34F6-B428F29B8E91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>
          <a:xfrm>
            <a:off x="2048400" y="6271200"/>
            <a:ext cx="8092650" cy="18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498BB5F-632D-E279-A632-26AB519DE766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C304DF20-B93E-FE60-B633-7687AC79CC3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69092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pictur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C6BB329-308F-2B07-525C-A23C252C62A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2000" y="4211999"/>
            <a:ext cx="2588400" cy="1780813"/>
          </a:xfrm>
        </p:spPr>
        <p:txBody>
          <a:bodyPr/>
          <a:lstStyle/>
          <a:p>
            <a:pPr lvl="0"/>
            <a:r>
              <a:rPr lang="en-US" dirty="0"/>
              <a:t>Click to add text                   Enter &amp; TAB to view next text style              SHIFT+TAB to view previous text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7C9EADE-506B-A4E6-ED55-A3564833E65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44399" y="4211999"/>
            <a:ext cx="2588400" cy="1780813"/>
          </a:xfrm>
        </p:spPr>
        <p:txBody>
          <a:bodyPr/>
          <a:lstStyle/>
          <a:p>
            <a:pPr lvl="0"/>
            <a:r>
              <a:rPr lang="en-US" dirty="0"/>
              <a:t>Click to add text                   Enter &amp; TAB to view next text style              SHIFT+TAB to view previous text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4469062-D008-CE4C-1CA5-EB4E87B2D90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56799" y="4211999"/>
            <a:ext cx="2588400" cy="1780813"/>
          </a:xfrm>
        </p:spPr>
        <p:txBody>
          <a:bodyPr/>
          <a:lstStyle/>
          <a:p>
            <a:pPr lvl="0"/>
            <a:r>
              <a:rPr lang="en-US" dirty="0"/>
              <a:t>Click to add text                   Enter &amp; TAB to view next text style              SHIFT+TAB to view previous text style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607C6C78-AA9F-E189-5122-109D0D23B31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70174" y="4211999"/>
            <a:ext cx="2588400" cy="1780813"/>
          </a:xfrm>
        </p:spPr>
        <p:txBody>
          <a:bodyPr/>
          <a:lstStyle/>
          <a:p>
            <a:pPr lvl="0"/>
            <a:r>
              <a:rPr lang="en-US" dirty="0"/>
              <a:t>Click to add text                   Enter &amp; TAB to view next text style              SHIFT+TAB to view previous text style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D3FBAB97-30FA-5D51-9E1F-C5A8FF6479ED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32000" y="1296000"/>
            <a:ext cx="2587425" cy="2588400"/>
          </a:xfrm>
          <a:solidFill>
            <a:schemeClr val="bg1">
              <a:lumMod val="85000"/>
            </a:schemeClr>
          </a:solidFill>
        </p:spPr>
        <p:txBody>
          <a:bodyPr tIns="576000"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9" name="Picture Placeholder 16">
            <a:extLst>
              <a:ext uri="{FF2B5EF4-FFF2-40B4-BE49-F238E27FC236}">
                <a16:creationId xmlns:a16="http://schemas.microsoft.com/office/drawing/2014/main" id="{9AC831F9-9E31-D9F7-9B60-F83847A0D089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3344399" y="1296000"/>
            <a:ext cx="2588400" cy="2588400"/>
          </a:xfrm>
          <a:solidFill>
            <a:schemeClr val="bg1">
              <a:lumMod val="85000"/>
            </a:schemeClr>
          </a:solidFill>
        </p:spPr>
        <p:txBody>
          <a:bodyPr tIns="576000"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20" name="Picture Placeholder 16">
            <a:extLst>
              <a:ext uri="{FF2B5EF4-FFF2-40B4-BE49-F238E27FC236}">
                <a16:creationId xmlns:a16="http://schemas.microsoft.com/office/drawing/2014/main" id="{D429DD04-EC95-7FC7-3C62-267E79BEB6EE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256799" y="1296000"/>
            <a:ext cx="2588400" cy="2588400"/>
          </a:xfrm>
          <a:solidFill>
            <a:schemeClr val="bg1">
              <a:lumMod val="85000"/>
            </a:schemeClr>
          </a:solidFill>
        </p:spPr>
        <p:txBody>
          <a:bodyPr tIns="576000"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21" name="Picture Placeholder 16">
            <a:extLst>
              <a:ext uri="{FF2B5EF4-FFF2-40B4-BE49-F238E27FC236}">
                <a16:creationId xmlns:a16="http://schemas.microsoft.com/office/drawing/2014/main" id="{7DFC0363-CB96-D528-E468-26416AB6B48C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9170174" y="1296000"/>
            <a:ext cx="2588400" cy="2588400"/>
          </a:xfrm>
          <a:solidFill>
            <a:schemeClr val="bg1">
              <a:lumMod val="85000"/>
            </a:schemeClr>
          </a:solidFill>
        </p:spPr>
        <p:txBody>
          <a:bodyPr tIns="576000"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0EDBE0F-04F9-2690-DFB4-0F6ACCF1B10C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5BCE9A6C-6F78-4866-80B7-33609228B9E4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100B170-AC5D-EAC3-2320-3B4DFD1B16D0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>
          <a:xfrm>
            <a:off x="2048400" y="6271200"/>
            <a:ext cx="8092650" cy="18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0C6D2885-B2E8-0040-99BE-F80685F94A0E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Logo">
            <a:extLst>
              <a:ext uri="{FF2B5EF4-FFF2-40B4-BE49-F238E27FC236}">
                <a16:creationId xmlns:a16="http://schemas.microsoft.com/office/drawing/2014/main" id="{2E8106FF-3137-A6D8-75D8-87C143FB86B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30186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pictur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D3FBAB97-30FA-5D51-9E1F-C5A8FF6479ED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7227888" y="0"/>
            <a:ext cx="4964112" cy="6858000"/>
          </a:xfrm>
          <a:solidFill>
            <a:schemeClr val="bg1">
              <a:lumMod val="85000"/>
            </a:schemeClr>
          </a:solidFill>
        </p:spPr>
        <p:txBody>
          <a:bodyPr tIns="576000"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8" name="Logo Placeholder 9">
            <a:extLst>
              <a:ext uri="{FF2B5EF4-FFF2-40B4-BE49-F238E27FC236}">
                <a16:creationId xmlns:a16="http://schemas.microsoft.com/office/drawing/2014/main" id="{7B0F4F8D-332F-4E4F-3B7F-279005585A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984613" y="432000"/>
            <a:ext cx="774000" cy="299738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en-US" noProof="0" dirty="0"/>
              <a:t>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87286D-9093-3E54-2006-8C00430BEE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863275"/>
            <a:ext cx="5500488" cy="986400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C6BB329-308F-2B07-525C-A23C252C62A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2000" y="2159275"/>
            <a:ext cx="5500488" cy="383353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                                                                        Enter &amp; TAB to view next text style                                       SHIFT+TAB to view previous text style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6CD723CC-C5EC-1B89-E2EB-8AB617A6BEEA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293AA36F-07E0-4F73-B4DA-843D602159D3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2196B61E-4F55-158A-C4D7-E0F9A0FA89B6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>
          <a:xfrm>
            <a:off x="2048401" y="6271200"/>
            <a:ext cx="3883025" cy="18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1FB29ED6-1D0A-E571-379F-406766840D9E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947495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picture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D3FBAB97-30FA-5D51-9E1F-C5A8FF6479ED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3990976" y="0"/>
            <a:ext cx="8201024" cy="6858000"/>
          </a:xfrm>
          <a:solidFill>
            <a:schemeClr val="bg1">
              <a:lumMod val="85000"/>
            </a:schemeClr>
          </a:solidFill>
        </p:spPr>
        <p:txBody>
          <a:bodyPr tIns="576000"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8" name="Logo Placeholder 9">
            <a:extLst>
              <a:ext uri="{FF2B5EF4-FFF2-40B4-BE49-F238E27FC236}">
                <a16:creationId xmlns:a16="http://schemas.microsoft.com/office/drawing/2014/main" id="{7B0F4F8D-332F-4E4F-3B7F-279005585A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984613" y="432000"/>
            <a:ext cx="774000" cy="299738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en-US" noProof="0" dirty="0"/>
              <a:t>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87286D-9093-3E54-2006-8C00430BEE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863600"/>
            <a:ext cx="2587425" cy="986400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C6BB329-308F-2B07-525C-A23C252C62A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2000" y="2159599"/>
            <a:ext cx="2587425" cy="38332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                              Enter &amp; TAB to view next text style              SHIFT+TAB to view previous text style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1548094B-5847-F423-0863-6965AED232F3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07BC057B-20B4-4810-9779-357E9678FD35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E8E7F373-4EF5-1B08-D6D0-2BED222C6BFD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>
          <a:xfrm>
            <a:off x="2048400" y="6271200"/>
            <a:ext cx="1583850" cy="18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3B31CAA-1E21-144C-14AA-55C00871F69D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668094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picture C">
    <p:bg>
      <p:bgPr>
        <a:solidFill>
          <a:srgbClr val="F3E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D3FBAB97-30FA-5D51-9E1F-C5A8FF6479ED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3990976" y="0"/>
            <a:ext cx="8201024" cy="6858000"/>
          </a:xfrm>
          <a:solidFill>
            <a:schemeClr val="bg1">
              <a:lumMod val="85000"/>
            </a:schemeClr>
          </a:solidFill>
        </p:spPr>
        <p:txBody>
          <a:bodyPr tIns="576000"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8" name="Logo Placeholder 9">
            <a:extLst>
              <a:ext uri="{FF2B5EF4-FFF2-40B4-BE49-F238E27FC236}">
                <a16:creationId xmlns:a16="http://schemas.microsoft.com/office/drawing/2014/main" id="{7B0F4F8D-332F-4E4F-3B7F-279005585A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984613" y="432000"/>
            <a:ext cx="774000" cy="299738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en-US" noProof="0" dirty="0"/>
              <a:t>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87286D-9093-3E54-2006-8C00430BEE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863600"/>
            <a:ext cx="2587425" cy="986400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C6BB329-308F-2B07-525C-A23C252C62A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2000" y="2159599"/>
            <a:ext cx="2587425" cy="38332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                              Enter &amp; TAB to view next text style              SHIFT+TAB to view previous text style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4039726C-2352-E5B0-37A7-FDA710E1F216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05C35312-379C-4C35-8882-6BE8E17BD747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77C0C69A-09B6-92AF-CEDB-A406E55050CB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>
          <a:xfrm>
            <a:off x="2048400" y="6271200"/>
            <a:ext cx="1583850" cy="18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6BAAEE34-85CE-DB94-DFA5-A1D8E59B4939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642491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picture F">
    <p:bg>
      <p:bgPr>
        <a:solidFill>
          <a:srgbClr val="F3E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D3FBAB97-30FA-5D51-9E1F-C5A8FF6479ED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904038" y="0"/>
            <a:ext cx="5287961" cy="6858000"/>
          </a:xfrm>
          <a:solidFill>
            <a:schemeClr val="bg1">
              <a:lumMod val="85000"/>
            </a:schemeClr>
          </a:solidFill>
        </p:spPr>
        <p:txBody>
          <a:bodyPr tIns="576000"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8" name="Logo Placeholder 9">
            <a:extLst>
              <a:ext uri="{FF2B5EF4-FFF2-40B4-BE49-F238E27FC236}">
                <a16:creationId xmlns:a16="http://schemas.microsoft.com/office/drawing/2014/main" id="{7B0F4F8D-332F-4E4F-3B7F-279005585A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984613" y="432000"/>
            <a:ext cx="774000" cy="299738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en-US" noProof="0" dirty="0"/>
              <a:t>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87286D-9093-3E54-2006-8C00430BEE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863600"/>
            <a:ext cx="5500488" cy="986400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C6BB329-308F-2B07-525C-A23C252C62A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2000" y="2159599"/>
            <a:ext cx="2587425" cy="38332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                              Enter &amp; TAB to view next text style              SHIFT+TAB to view previous text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7C9EADE-506B-A4E6-ED55-A3564833E65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44865" y="2159599"/>
            <a:ext cx="2587424" cy="38332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                              Enter &amp; TAB to view next text style              SHIFT+TAB to view previous text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9A0F82-1F04-1433-780D-43245296694B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26F559AB-4E19-49CB-922A-0AF5EE505EAC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197C4B-7D31-8BD7-17D6-39126FAAEFB7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>
          <a:xfrm>
            <a:off x="2048400" y="6271200"/>
            <a:ext cx="3884088" cy="18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502068-5840-6383-7A3E-9105714A89EA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403549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picture 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D3FBAB97-30FA-5D51-9E1F-C5A8FF6479ED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0" y="0"/>
            <a:ext cx="12192000" cy="3636000"/>
          </a:xfrm>
          <a:solidFill>
            <a:schemeClr val="bg1">
              <a:lumMod val="85000"/>
            </a:schemeClr>
          </a:solidFill>
        </p:spPr>
        <p:txBody>
          <a:bodyPr tIns="576000"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8" name="Logo Placeholder 9">
            <a:extLst>
              <a:ext uri="{FF2B5EF4-FFF2-40B4-BE49-F238E27FC236}">
                <a16:creationId xmlns:a16="http://schemas.microsoft.com/office/drawing/2014/main" id="{7B0F4F8D-332F-4E4F-3B7F-279005585A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984613" y="432000"/>
            <a:ext cx="774000" cy="299738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en-US" noProof="0" dirty="0"/>
              <a:t>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87286D-9093-3E54-2006-8C00430BEE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143599"/>
            <a:ext cx="2587425" cy="1847927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C6BB329-308F-2B07-525C-A23C252C62A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14825" y="4143598"/>
            <a:ext cx="2589213" cy="184921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                              Enter &amp; TAB to view next text style              SHIFT+TAB to view previous text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5CE144D-A48B-B651-6421-2E3839D10158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D2B8BB80-B438-4D7F-B43E-241BC67D20F1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79C3BBAE-C30C-E8E8-585D-15B666127ABE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F83F022-3943-A7D5-E55F-3A04F0389993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0008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picture H">
    <p:bg>
      <p:bgPr>
        <a:solidFill>
          <a:srgbClr val="F3E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D3FBAB97-30FA-5D51-9E1F-C5A8FF6479ED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0" y="0"/>
            <a:ext cx="12192000" cy="3636000"/>
          </a:xfrm>
          <a:solidFill>
            <a:schemeClr val="bg1">
              <a:lumMod val="85000"/>
            </a:schemeClr>
          </a:solidFill>
        </p:spPr>
        <p:txBody>
          <a:bodyPr tIns="576000"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8" name="Logo Placeholder 9">
            <a:extLst>
              <a:ext uri="{FF2B5EF4-FFF2-40B4-BE49-F238E27FC236}">
                <a16:creationId xmlns:a16="http://schemas.microsoft.com/office/drawing/2014/main" id="{7B0F4F8D-332F-4E4F-3B7F-279005585A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984613" y="432000"/>
            <a:ext cx="774000" cy="299738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en-US" noProof="0" dirty="0"/>
              <a:t>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87286D-9093-3E54-2006-8C00430BEE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143599"/>
            <a:ext cx="2587425" cy="1847927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C6BB329-308F-2B07-525C-A23C252C62A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14825" y="4143598"/>
            <a:ext cx="2589213" cy="184921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                              Enter &amp; TAB to view next text style              SHIFT+TAB to view previous text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4D53BCA-6A78-D761-D137-762E30CAF560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79FD7A8E-23DD-4730-951E-506AFAA97FF2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6078F26-F7AC-1049-FBAA-9B6D12124255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32681B75-6E63-9592-329F-10AFD1F20296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600714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">
    <p:bg>
      <p:bgPr>
        <a:solidFill>
          <a:srgbClr val="1450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838759A4-5A07-B197-1979-E5734155B68E}"/>
              </a:ext>
            </a:extLst>
          </p:cNvPr>
          <p:cNvSpPr/>
          <p:nvPr userDrawn="1"/>
        </p:nvSpPr>
        <p:spPr>
          <a:xfrm flipH="1">
            <a:off x="3990974" y="-1"/>
            <a:ext cx="8201025" cy="6861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2000" noProof="0" dirty="0" err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66AEB5-52F0-4660-8F42-9D54730AF8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432000" y="863599"/>
            <a:ext cx="2587425" cy="512921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A94E8E04-B718-4B51-3AA6-9AEE559BC1D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288163" y="863599"/>
            <a:ext cx="4528937" cy="51292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                                                        Enter &amp; TAB to view next text style              SHIFT+TAB to view previous text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B59FF0-6701-A7F5-CAF0-E4EBE21C9800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7942A37-95FD-4159-ACCA-64050B292F47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EA9796-D719-9C2D-67E1-BC101C7A273B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314824" y="6271200"/>
            <a:ext cx="5502375" cy="18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B54B431-8F25-9151-AC22-F3B4A2A37BA3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Logo">
            <a:extLst>
              <a:ext uri="{FF2B5EF4-FFF2-40B4-BE49-F238E27FC236}">
                <a16:creationId xmlns:a16="http://schemas.microsoft.com/office/drawing/2014/main" id="{0434882F-14D2-116B-596C-3D34C7F5393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797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ackground">
            <a:extLst>
              <a:ext uri="{FF2B5EF4-FFF2-40B4-BE49-F238E27FC236}">
                <a16:creationId xmlns:a16="http://schemas.microsoft.com/office/drawing/2014/main" id="{2658F38F-4524-C2A0-B5BC-3CE53225A1B9}"/>
              </a:ext>
            </a:extLst>
          </p:cNvPr>
          <p:cNvSpPr/>
          <p:nvPr userDrawn="1"/>
        </p:nvSpPr>
        <p:spPr>
          <a:xfrm>
            <a:off x="4314826" y="1295400"/>
            <a:ext cx="7443788" cy="469741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2000" noProof="0" dirty="0" err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C40001-F849-6AF2-3296-CBD468E7D0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1296000"/>
            <a:ext cx="2587425" cy="986400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C6BB329-308F-2B07-525C-A23C252C62A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2000" y="2591999"/>
            <a:ext cx="2587425" cy="34008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               Enter &amp; TAB to view next text style              SHIFT+TAB to view previous text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7C9EADE-506B-A4E6-ED55-A3564833E65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white">
          <a:xfrm>
            <a:off x="4856400" y="2016001"/>
            <a:ext cx="6256100" cy="3320888"/>
          </a:xfrm>
        </p:spPr>
        <p:txBody>
          <a:bodyPr/>
          <a:lstStyle>
            <a:lvl1pPr marL="0" indent="0">
              <a:buFontTx/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sz="2800" dirty="0"/>
              <a:t>”</a:t>
            </a:r>
            <a:r>
              <a:rPr lang="en-US" dirty="0"/>
              <a:t>Click to add Quotation</a:t>
            </a:r>
            <a:r>
              <a:rPr lang="en-US" sz="2800" dirty="0"/>
              <a:t>”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4469062-D008-CE4C-1CA5-EB4E87B2D90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white">
          <a:xfrm>
            <a:off x="4856401" y="5338800"/>
            <a:ext cx="6256800" cy="219600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A8E7AA6F-BFFE-F82D-91CB-6094E875CD44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C4A3C097-F404-4330-9057-E563015B653A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5428E3F5-812B-765C-D40C-EE734C15C0A0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D44A73F-D508-6B1B-289D-071BDB4B5807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0F67A741-2B6F-4B01-BB70-250123AA738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7592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ackground">
            <a:extLst>
              <a:ext uri="{FF2B5EF4-FFF2-40B4-BE49-F238E27FC236}">
                <a16:creationId xmlns:a16="http://schemas.microsoft.com/office/drawing/2014/main" id="{2658F38F-4524-C2A0-B5BC-3CE53225A1B9}"/>
              </a:ext>
            </a:extLst>
          </p:cNvPr>
          <p:cNvSpPr/>
          <p:nvPr userDrawn="1"/>
        </p:nvSpPr>
        <p:spPr>
          <a:xfrm>
            <a:off x="4314826" y="1295400"/>
            <a:ext cx="7443788" cy="469741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2000" noProof="0" dirty="0" err="1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C40001-F849-6AF2-3296-CBD468E7D0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1296000"/>
            <a:ext cx="2587425" cy="986400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C6BB329-308F-2B07-525C-A23C252C62A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2000" y="2591999"/>
            <a:ext cx="2587425" cy="34008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            Enter &amp; TAB to view next text style              SHIFT+TAB to view previous text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7C9EADE-506B-A4E6-ED55-A3564833E65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856400" y="2016001"/>
            <a:ext cx="6256100" cy="3320888"/>
          </a:xfrm>
        </p:spPr>
        <p:txBody>
          <a:bodyPr/>
          <a:lstStyle>
            <a:lvl1pPr marL="0" indent="0">
              <a:buFontTx/>
              <a:buNone/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sz="2800" dirty="0"/>
              <a:t>”</a:t>
            </a:r>
            <a:r>
              <a:rPr lang="en-US" dirty="0"/>
              <a:t>Click to add Quotation</a:t>
            </a:r>
            <a:r>
              <a:rPr lang="en-US" sz="2800" dirty="0"/>
              <a:t>”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4469062-D008-CE4C-1CA5-EB4E87B2D90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56401" y="5338800"/>
            <a:ext cx="6256800" cy="219600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F192E8A4-1DC1-7E19-7A7B-1BEC88233487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C32FFC3C-FBBE-4BC2-9B86-14593DA16D68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E9496A31-36AB-1CBE-E2EB-FB3E970B4F25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27C5A54F-ABA3-24FC-32D0-9A8929CE35FB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BC205A02-C5FA-2D02-297B-B454914D0AA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13490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ackground">
            <a:extLst>
              <a:ext uri="{FF2B5EF4-FFF2-40B4-BE49-F238E27FC236}">
                <a16:creationId xmlns:a16="http://schemas.microsoft.com/office/drawing/2014/main" id="{2658F38F-4524-C2A0-B5BC-3CE53225A1B9}"/>
              </a:ext>
            </a:extLst>
          </p:cNvPr>
          <p:cNvSpPr/>
          <p:nvPr userDrawn="1"/>
        </p:nvSpPr>
        <p:spPr>
          <a:xfrm>
            <a:off x="4314826" y="1295400"/>
            <a:ext cx="7443788" cy="4697413"/>
          </a:xfrm>
          <a:prstGeom prst="rect">
            <a:avLst/>
          </a:prstGeom>
          <a:solidFill>
            <a:srgbClr val="FFE1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2000" noProof="0" dirty="0" err="1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C40001-F849-6AF2-3296-CBD468E7D0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1296000"/>
            <a:ext cx="2587425" cy="986400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C6BB329-308F-2B07-525C-A23C252C62A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2000" y="2591999"/>
            <a:ext cx="2587425" cy="34008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            Enter &amp; TAB to view next text style              SHIFT+TAB to view previous text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7C9EADE-506B-A4E6-ED55-A3564833E65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856400" y="2016001"/>
            <a:ext cx="6256100" cy="3320888"/>
          </a:xfrm>
        </p:spPr>
        <p:txBody>
          <a:bodyPr/>
          <a:lstStyle>
            <a:lvl1pPr marL="0" indent="0">
              <a:buFontTx/>
              <a:buNone/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sz="2800" dirty="0"/>
              <a:t>”</a:t>
            </a:r>
            <a:r>
              <a:rPr lang="en-US" dirty="0"/>
              <a:t>Click to add Quotation</a:t>
            </a:r>
            <a:r>
              <a:rPr lang="en-US" sz="2800" dirty="0"/>
              <a:t>”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4469062-D008-CE4C-1CA5-EB4E87B2D90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56401" y="5338800"/>
            <a:ext cx="6256800" cy="219600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092D402C-E70D-F27F-FE34-428AAC7083B0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CD22E539-52ED-42EF-8C4E-77642FC3892A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3848934-B7CF-1F66-AC02-555B7CF7B8AA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D923C8A0-CE7C-6457-D5BB-4B6C4B8D52BE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189B4036-DE21-F095-6304-E424DEE40A2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82796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ackground">
            <a:extLst>
              <a:ext uri="{FF2B5EF4-FFF2-40B4-BE49-F238E27FC236}">
                <a16:creationId xmlns:a16="http://schemas.microsoft.com/office/drawing/2014/main" id="{2658F38F-4524-C2A0-B5BC-3CE53225A1B9}"/>
              </a:ext>
            </a:extLst>
          </p:cNvPr>
          <p:cNvSpPr/>
          <p:nvPr userDrawn="1"/>
        </p:nvSpPr>
        <p:spPr>
          <a:xfrm>
            <a:off x="4314826" y="1295400"/>
            <a:ext cx="7443788" cy="4697413"/>
          </a:xfrm>
          <a:prstGeom prst="rect">
            <a:avLst/>
          </a:prstGeom>
          <a:solidFill>
            <a:srgbClr val="AAE1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2000" noProof="0" dirty="0" err="1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C40001-F849-6AF2-3296-CBD468E7D0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1296000"/>
            <a:ext cx="2587425" cy="986400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C6BB329-308F-2B07-525C-A23C252C62A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2000" y="2592000"/>
            <a:ext cx="2587425" cy="297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            Enter &amp; TAB to view next text style              SHIFT+TAB to view previous text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7C9EADE-506B-A4E6-ED55-A3564833E65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856400" y="2016001"/>
            <a:ext cx="6256100" cy="3320888"/>
          </a:xfrm>
        </p:spPr>
        <p:txBody>
          <a:bodyPr/>
          <a:lstStyle>
            <a:lvl1pPr marL="0" indent="0">
              <a:buFontTx/>
              <a:buNone/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sz="2800" dirty="0"/>
              <a:t>”</a:t>
            </a:r>
            <a:r>
              <a:rPr lang="en-US" dirty="0"/>
              <a:t>Click to add Quotation</a:t>
            </a:r>
            <a:r>
              <a:rPr lang="en-US" sz="2800" dirty="0"/>
              <a:t>”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4469062-D008-CE4C-1CA5-EB4E87B2D90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56401" y="5338800"/>
            <a:ext cx="6256800" cy="219600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B72C83F8-20AE-3E19-9A0D-7BC1312237D2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02DF390B-A7F8-4DD2-9596-2249D88844A1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E92BB4F-4B38-08A3-AF24-AED8916FC2C6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312F855-F51A-F62F-2C0E-BBA6E8306760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2CB7C465-163F-71D9-5229-E5543672A3C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3803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ackground">
            <a:extLst>
              <a:ext uri="{FF2B5EF4-FFF2-40B4-BE49-F238E27FC236}">
                <a16:creationId xmlns:a16="http://schemas.microsoft.com/office/drawing/2014/main" id="{2658F38F-4524-C2A0-B5BC-3CE53225A1B9}"/>
              </a:ext>
            </a:extLst>
          </p:cNvPr>
          <p:cNvSpPr/>
          <p:nvPr userDrawn="1"/>
        </p:nvSpPr>
        <p:spPr>
          <a:xfrm>
            <a:off x="4314826" y="1295400"/>
            <a:ext cx="7443788" cy="4697413"/>
          </a:xfrm>
          <a:prstGeom prst="rect">
            <a:avLst/>
          </a:prstGeom>
          <a:solidFill>
            <a:srgbClr val="D2F5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2000" noProof="0" dirty="0" err="1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C40001-F849-6AF2-3296-CBD468E7D0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1296000"/>
            <a:ext cx="2587425" cy="986400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C6BB329-308F-2B07-525C-A23C252C62A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2000" y="2591999"/>
            <a:ext cx="2587425" cy="34008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            Enter &amp; TAB to view next text style              SHIFT+TAB to view previous text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7C9EADE-506B-A4E6-ED55-A3564833E65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856400" y="2016001"/>
            <a:ext cx="6256100" cy="3320888"/>
          </a:xfrm>
        </p:spPr>
        <p:txBody>
          <a:bodyPr/>
          <a:lstStyle>
            <a:lvl1pPr marL="0" indent="0">
              <a:buFontTx/>
              <a:buNone/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sz="2800" dirty="0"/>
              <a:t>”</a:t>
            </a:r>
            <a:r>
              <a:rPr lang="en-US" dirty="0"/>
              <a:t>Click to add Quotation</a:t>
            </a:r>
            <a:r>
              <a:rPr lang="en-US" sz="2800" dirty="0"/>
              <a:t>”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4469062-D008-CE4C-1CA5-EB4E87B2D90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56401" y="5338800"/>
            <a:ext cx="6256800" cy="219600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8741B102-E610-127C-B041-7F81AE889B8C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9B2E2376-5A7A-40E6-88EA-759D6E2AAC15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405FD77D-59E5-67F7-D58C-B34E6ED7C70E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6746BEF-1234-B799-0E08-B0E57B3C4F40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113806DF-5A9E-9F08-C018-250920DD594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15595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24pt) and foo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9D909-49D5-40E7-8A46-904F421801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863600"/>
            <a:ext cx="9710113" cy="431800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017694-2C08-CDA5-FB30-ED9472626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E2104-CEF1-40C1-BCF2-3A0E82B7C661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0222690-853A-A5B5-6680-A5FA3302B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8DB6DAB-7347-72B4-71DA-C337628E3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E0DB8D2A-3840-68DF-003B-B520FE62DFA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088864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slide picture">
    <p:bg>
      <p:bgPr>
        <a:solidFill>
          <a:srgbClr val="F3E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6">
            <a:extLst>
              <a:ext uri="{FF2B5EF4-FFF2-40B4-BE49-F238E27FC236}">
                <a16:creationId xmlns:a16="http://schemas.microsoft.com/office/drawing/2014/main" id="{D11BA8F4-B1CE-D43E-C7A4-49D237FA4EE3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0" y="0"/>
            <a:ext cx="12192000" cy="6858000"/>
          </a:xfrm>
          <a:noFill/>
        </p:spPr>
        <p:txBody>
          <a:bodyPr tIns="576000"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6" name="Date Placeholder 5" hidden="1">
            <a:extLst>
              <a:ext uri="{FF2B5EF4-FFF2-40B4-BE49-F238E27FC236}">
                <a16:creationId xmlns:a16="http://schemas.microsoft.com/office/drawing/2014/main" id="{F44D272B-052B-425E-B542-2DC70D8B596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82935558-B22E-4907-A0EB-8F14825EC54F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7" name="Footer Placeholder 6" hidden="1">
            <a:extLst>
              <a:ext uri="{FF2B5EF4-FFF2-40B4-BE49-F238E27FC236}">
                <a16:creationId xmlns:a16="http://schemas.microsoft.com/office/drawing/2014/main" id="{1779E54E-5372-4FD5-9BB9-A13E7931D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7" hidden="1">
            <a:extLst>
              <a:ext uri="{FF2B5EF4-FFF2-40B4-BE49-F238E27FC236}">
                <a16:creationId xmlns:a16="http://schemas.microsoft.com/office/drawing/2014/main" id="{50DA71C2-845C-4AD9-A7C4-08E016602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Logo Placeholder 9">
            <a:extLst>
              <a:ext uri="{FF2B5EF4-FFF2-40B4-BE49-F238E27FC236}">
                <a16:creationId xmlns:a16="http://schemas.microsoft.com/office/drawing/2014/main" id="{CE22BD77-E2E9-E32A-DC7E-C1D59BCE1B0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984613" y="432000"/>
            <a:ext cx="774000" cy="299738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en-US" noProof="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3944836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slide video">
    <p:bg>
      <p:bgPr>
        <a:solidFill>
          <a:srgbClr val="F3E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EE4868A2-D799-1A78-E721-B8741B168880}"/>
              </a:ext>
            </a:extLst>
          </p:cNvPr>
          <p:cNvSpPr>
            <a:spLocks noGrp="1"/>
          </p:cNvSpPr>
          <p:nvPr>
            <p:ph type="media" sz="quarter" idx="25" hasCustomPrompt="1"/>
          </p:nvPr>
        </p:nvSpPr>
        <p:spPr>
          <a:xfrm>
            <a:off x="0" y="0"/>
            <a:ext cx="12192000" cy="6858000"/>
          </a:xfrm>
        </p:spPr>
        <p:txBody>
          <a:bodyPr tIns="576000"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media</a:t>
            </a:r>
          </a:p>
        </p:txBody>
      </p:sp>
      <p:sp>
        <p:nvSpPr>
          <p:cNvPr id="6" name="Date Placeholder 5" hidden="1">
            <a:extLst>
              <a:ext uri="{FF2B5EF4-FFF2-40B4-BE49-F238E27FC236}">
                <a16:creationId xmlns:a16="http://schemas.microsoft.com/office/drawing/2014/main" id="{F44D272B-052B-425E-B542-2DC70D8B596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48840A5A-F3BA-45A8-8C96-9C42C7162157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7" name="Footer Placeholder 6" hidden="1">
            <a:extLst>
              <a:ext uri="{FF2B5EF4-FFF2-40B4-BE49-F238E27FC236}">
                <a16:creationId xmlns:a16="http://schemas.microsoft.com/office/drawing/2014/main" id="{1779E54E-5372-4FD5-9BB9-A13E7931D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7" hidden="1">
            <a:extLst>
              <a:ext uri="{FF2B5EF4-FFF2-40B4-BE49-F238E27FC236}">
                <a16:creationId xmlns:a16="http://schemas.microsoft.com/office/drawing/2014/main" id="{50DA71C2-845C-4AD9-A7C4-08E016602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Logo Placeholder 9">
            <a:extLst>
              <a:ext uri="{FF2B5EF4-FFF2-40B4-BE49-F238E27FC236}">
                <a16:creationId xmlns:a16="http://schemas.microsoft.com/office/drawing/2014/main" id="{CE22BD77-E2E9-E32A-DC7E-C1D59BCE1B0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984613" y="432000"/>
            <a:ext cx="774000" cy="299738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en-US" noProof="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6168220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Logo">
            <a:extLst>
              <a:ext uri="{FF2B5EF4-FFF2-40B4-BE49-F238E27FC236}">
                <a16:creationId xmlns:a16="http://schemas.microsoft.com/office/drawing/2014/main" id="{6143D2DB-0BBC-FAD2-E870-1C4330C4CA4A}"/>
              </a:ext>
            </a:extLst>
          </p:cNvPr>
          <p:cNvGrpSpPr/>
          <p:nvPr userDrawn="1"/>
        </p:nvGrpSpPr>
        <p:grpSpPr bwMode="hidden">
          <a:xfrm>
            <a:off x="10984614" y="432000"/>
            <a:ext cx="773998" cy="299738"/>
            <a:chOff x="10984614" y="432000"/>
            <a:chExt cx="773998" cy="299738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C994A74-A713-2963-46C6-115E3CB3656D}"/>
                </a:ext>
              </a:extLst>
            </p:cNvPr>
            <p:cNvSpPr/>
            <p:nvPr userDrawn="1"/>
          </p:nvSpPr>
          <p:spPr bwMode="hidden">
            <a:xfrm>
              <a:off x="10993660" y="442431"/>
              <a:ext cx="756986" cy="277268"/>
            </a:xfrm>
            <a:prstGeom prst="rect">
              <a:avLst/>
            </a:prstGeom>
            <a:solidFill>
              <a:srgbClr val="1450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/>
              <a:endParaRPr lang="en-US" sz="2000" noProof="0" dirty="0" err="1"/>
            </a:p>
          </p:txBody>
        </p:sp>
        <p:pic>
          <p:nvPicPr>
            <p:cNvPr id="8" name="Logo">
              <a:extLst>
                <a:ext uri="{FF2B5EF4-FFF2-40B4-BE49-F238E27FC236}">
                  <a16:creationId xmlns:a16="http://schemas.microsoft.com/office/drawing/2014/main" id="{292BFD0E-CBEB-8340-A2C6-4E50BDF81CB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 bwMode="hidden">
            <a:xfrm>
              <a:off x="10984614" y="432000"/>
              <a:ext cx="773998" cy="299738"/>
            </a:xfrm>
            <a:prstGeom prst="rect">
              <a:avLst/>
            </a:prstGeom>
          </p:spPr>
        </p:pic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6220F1F0-F158-E8CE-BF97-A847FD8A76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1295999"/>
            <a:ext cx="11325600" cy="4265013"/>
          </a:xfrm>
        </p:spPr>
        <p:txBody>
          <a:bodyPr/>
          <a:lstStyle>
            <a:lvl1pPr>
              <a:defRPr sz="7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4FEC3E-6E6B-4102-7F2D-D02DABBA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24A7A-1F63-4076-91F9-53FD512D8144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4C2AC78-251C-03D3-ADF1-289B507C0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9D95647F-A8D8-291E-EC18-4F5FEE3AD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1188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B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Logo">
            <a:extLst>
              <a:ext uri="{FF2B5EF4-FFF2-40B4-BE49-F238E27FC236}">
                <a16:creationId xmlns:a16="http://schemas.microsoft.com/office/drawing/2014/main" id="{6143D2DB-0BBC-FAD2-E870-1C4330C4CA4A}"/>
              </a:ext>
            </a:extLst>
          </p:cNvPr>
          <p:cNvGrpSpPr/>
          <p:nvPr userDrawn="1"/>
        </p:nvGrpSpPr>
        <p:grpSpPr bwMode="hidden">
          <a:xfrm>
            <a:off x="10984614" y="432000"/>
            <a:ext cx="773998" cy="299738"/>
            <a:chOff x="10984614" y="432000"/>
            <a:chExt cx="773998" cy="299738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C994A74-A713-2963-46C6-115E3CB3656D}"/>
                </a:ext>
              </a:extLst>
            </p:cNvPr>
            <p:cNvSpPr/>
            <p:nvPr userDrawn="1"/>
          </p:nvSpPr>
          <p:spPr bwMode="hidden">
            <a:xfrm>
              <a:off x="10993660" y="442431"/>
              <a:ext cx="756986" cy="277268"/>
            </a:xfrm>
            <a:prstGeom prst="rect">
              <a:avLst/>
            </a:prstGeom>
            <a:solidFill>
              <a:srgbClr val="1450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/>
              <a:endParaRPr lang="en-US" sz="2000" noProof="0" dirty="0" err="1"/>
            </a:p>
          </p:txBody>
        </p:sp>
        <p:pic>
          <p:nvPicPr>
            <p:cNvPr id="8" name="Logo">
              <a:extLst>
                <a:ext uri="{FF2B5EF4-FFF2-40B4-BE49-F238E27FC236}">
                  <a16:creationId xmlns:a16="http://schemas.microsoft.com/office/drawing/2014/main" id="{292BFD0E-CBEB-8340-A2C6-4E50BDF81CB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 bwMode="hidden">
            <a:xfrm>
              <a:off x="10984614" y="432000"/>
              <a:ext cx="773998" cy="299738"/>
            </a:xfrm>
            <a:prstGeom prst="rect">
              <a:avLst/>
            </a:prstGeom>
          </p:spPr>
        </p:pic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6220F1F0-F158-E8CE-BF97-A847FD8A76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9861" y="876610"/>
            <a:ext cx="9385100" cy="14760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C6BB329-308F-2B07-525C-A23C252C62A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9861" y="3468610"/>
            <a:ext cx="3559421" cy="252420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 dirty="0"/>
              <a:t>Click to add text                               Enter &amp; TAB to view next text style              SHIFT+TAB to view previous text style</a:t>
            </a:r>
          </a:p>
          <a:p>
            <a:pPr lvl="1"/>
            <a:r>
              <a:rPr lang="en-US" dirty="0"/>
              <a:t>2</a:t>
            </a:r>
          </a:p>
          <a:p>
            <a:pPr lvl="2"/>
            <a:r>
              <a:rPr lang="en-US" dirty="0"/>
              <a:t>3</a:t>
            </a:r>
          </a:p>
          <a:p>
            <a:pPr lvl="3"/>
            <a:r>
              <a:rPr lang="en-US" dirty="0"/>
              <a:t>4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7C9EADE-506B-A4E6-ED55-A3564833E65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14824" y="3468610"/>
            <a:ext cx="3560763" cy="252420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 dirty="0"/>
              <a:t>Click to add text                               Enter &amp; TAB to view next text style              SHIFT+TAB to view previous text style</a:t>
            </a:r>
          </a:p>
          <a:p>
            <a:pPr lvl="1"/>
            <a:r>
              <a:rPr lang="en-US" dirty="0"/>
              <a:t>2</a:t>
            </a:r>
          </a:p>
          <a:p>
            <a:pPr lvl="2"/>
            <a:r>
              <a:rPr lang="en-US" dirty="0"/>
              <a:t>3</a:t>
            </a:r>
          </a:p>
          <a:p>
            <a:pPr lvl="3"/>
            <a:r>
              <a:rPr lang="en-US" dirty="0"/>
              <a:t>4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4469062-D008-CE4C-1CA5-EB4E87B2D90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99437" y="3468610"/>
            <a:ext cx="3559175" cy="252420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 dirty="0"/>
              <a:t>Click to add text                               Enter &amp; TAB to view next text style              SHIFT+TAB to view previous text style</a:t>
            </a:r>
          </a:p>
          <a:p>
            <a:pPr lvl="1"/>
            <a:r>
              <a:rPr lang="en-US" dirty="0"/>
              <a:t>2</a:t>
            </a:r>
          </a:p>
          <a:p>
            <a:pPr lvl="2"/>
            <a:r>
              <a:rPr lang="en-US" dirty="0"/>
              <a:t>3</a:t>
            </a:r>
          </a:p>
          <a:p>
            <a:pPr lvl="3"/>
            <a:r>
              <a:rPr lang="en-US" dirty="0"/>
              <a:t>4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6F72AC-0AEB-CD4E-C353-516E3FCCA9D0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9F085EEC-8B46-4882-BF92-91CE51B8DAD5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156277EE-36AD-DEB4-1972-00F04ED2AFAA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062844C-2CF7-7E8F-5231-1181389A33B4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55378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7CF41-4700-4C0D-801F-1B8DD72EDF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863600"/>
            <a:ext cx="9385100" cy="17280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32000" y="3455600"/>
            <a:ext cx="5180400" cy="2537213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                                                               Enter &amp; TAB to view next text style                                     SHIFT+TAB to view previous text style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17CE2ECF-AF40-4809-BD16-DFC59D53926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56800" y="3455600"/>
            <a:ext cx="3560400" cy="2537213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                                Enter &amp; TAB to view next text style       SHIFT+TAB to view previous text style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4931AF2F-9DAA-B62C-4FD4-F4C9743CD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BD06B-1DCC-4C16-88C1-4EC6626CBC3E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2745B97-C128-A763-F7C6-47AC50A6E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EE97C30-0CD9-55CE-45C7-0000B8B57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513F162A-57B9-D888-A5CF-041FD8CE395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48125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D">
    <p:bg>
      <p:bgPr>
        <a:solidFill>
          <a:srgbClr val="F3E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7CF41-4700-4C0D-801F-1B8DD72EDF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863600"/>
            <a:ext cx="9385100" cy="17280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32000" y="3455599"/>
            <a:ext cx="5180400" cy="2537213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                                                               Enter &amp; TAB to view next text style                                     SHIFT+TAB to view previous text style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17CE2ECF-AF40-4809-BD16-DFC59D53926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56800" y="3455599"/>
            <a:ext cx="3560400" cy="2537213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                                Enter &amp; TAB to view next text style       SHIFT+TAB to view previous text style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4931AF2F-9DAA-B62C-4FD4-F4C9743CD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0292E-454A-44B9-B98A-0C5DB9528EB1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2745B97-C128-A763-F7C6-47AC50A6E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EE97C30-0CD9-55CE-45C7-0000B8B57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3DB60543-B803-CAF9-C1DF-4D6D7E01852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41455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3EC2906D-C91C-4D55-616A-0E01E668DAF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3200" cy="6861600"/>
          </a:xfrm>
          <a:prstGeom prst="rect">
            <a:avLst/>
          </a:prstGeom>
          <a:solidFill>
            <a:srgbClr val="D0D0D0"/>
          </a:solidFill>
        </p:spPr>
        <p:txBody>
          <a:bodyPr wrap="square" lIns="0" tIns="36000" anchor="t" anchorCtr="0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on frame and insert dark picture, so white logo and text will be visible, using the Insert tab, Pictures</a:t>
            </a:r>
          </a:p>
        </p:txBody>
      </p:sp>
      <p:sp>
        <p:nvSpPr>
          <p:cNvPr id="10" name="Logo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0986237" y="432000"/>
            <a:ext cx="774000" cy="299738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en-US" noProof="0" dirty="0"/>
              <a:t>.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432000" y="863600"/>
            <a:ext cx="6796800" cy="5129600"/>
          </a:xfrm>
        </p:spPr>
        <p:txBody>
          <a:bodyPr anchor="t" anchorCtr="0"/>
          <a:lstStyle>
            <a:lvl1pPr algn="l">
              <a:defRPr sz="4000" spc="-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C2DBFADF-4444-E2FC-E3FF-E9B2ECB7AD8E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CA442F38-8BB2-416E-BDE1-AB8FAEA17FE4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05E8EE1C-6D15-587A-A622-BB0B18DC7210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B7DF0F1-8851-4B1B-E69E-B4481A1B8F18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32905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F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3EC2906D-C91C-4D55-616A-0E01E668DAF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3200" cy="6861600"/>
          </a:xfrm>
          <a:prstGeom prst="rect">
            <a:avLst/>
          </a:prstGeom>
          <a:solidFill>
            <a:srgbClr val="D0D0D0"/>
          </a:solidFill>
        </p:spPr>
        <p:txBody>
          <a:bodyPr wrap="square" lIns="0" tIns="36000" anchor="t" anchorCtr="0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on frame and insert dark picture, so white logo and text will be visible, using the Insert tab, Pictures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431999" y="863600"/>
            <a:ext cx="3558975" cy="5129600"/>
          </a:xfrm>
        </p:spPr>
        <p:txBody>
          <a:bodyPr anchor="t" anchorCtr="0"/>
          <a:lstStyle>
            <a:lvl1pPr algn="l">
              <a:defRPr sz="4800" spc="-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F3C9C3D8-A7D7-6E84-425A-13F9C951919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white">
          <a:xfrm>
            <a:off x="9169400" y="1295400"/>
            <a:ext cx="2590836" cy="4697413"/>
          </a:xfrm>
        </p:spPr>
        <p:txBody>
          <a:bodyPr anchor="b" anchorCtr="0"/>
          <a:lstStyle>
            <a:lvl1pPr marL="0" indent="0">
              <a:buFont typeface="Arial" panose="020B0604020202020204" pitchFamily="34" charset="0"/>
              <a:buChar char="​"/>
              <a:defRPr sz="11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 dirty="0"/>
              <a:t>Click to add caption</a:t>
            </a:r>
          </a:p>
        </p:txBody>
      </p:sp>
      <p:sp>
        <p:nvSpPr>
          <p:cNvPr id="10" name="Logo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0986237" y="432000"/>
            <a:ext cx="774000" cy="299738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en-US" noProof="0" dirty="0"/>
              <a:t>.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0BF9C2E-764D-C8D3-307E-2C7C64065EAB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A7DE763E-B74F-488B-BD1C-A2D102E33016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D62BE8BE-C5DA-2CFD-3512-1EAB58C26B1F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D270450-3A7E-0E81-5655-8CBB2BDC2390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10578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or quo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32000" y="1295400"/>
            <a:ext cx="2587425" cy="1041400"/>
          </a:xfrm>
        </p:spPr>
        <p:txBody>
          <a:bodyPr anchor="t" anchorCtr="0"/>
          <a:lstStyle>
            <a:lvl1pPr algn="l">
              <a:defRPr sz="3200" spc="-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title, 2 lines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68C4A23D-C069-B4C3-BEC4-4F4A5F7B4AF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16167" y="1295400"/>
            <a:ext cx="6470896" cy="4265613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4000">
                <a:solidFill>
                  <a:schemeClr val="tx1"/>
                </a:solidFill>
              </a:defRPr>
            </a:lvl1pPr>
            <a:lvl2pPr marL="0" indent="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>
                <a:solidFill>
                  <a:schemeClr val="tx1"/>
                </a:solidFill>
              </a:defRPr>
            </a:lvl2pPr>
            <a:lvl3pPr marL="180000"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 dirty="0"/>
              <a:t>Click to add quotation or statement</a:t>
            </a:r>
          </a:p>
          <a:p>
            <a:pPr lvl="1"/>
            <a:r>
              <a:rPr lang="en-US" dirty="0"/>
              <a:t>2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342DD10D-531F-A279-8C9A-40536F406540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887CAD82-A73A-49CC-819B-F87524800611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7692022E-305E-D013-0604-3AB955F20E47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AA08871-C354-99A2-1236-7586A680F629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8713A999-F824-6537-BE90-F8ED2A28F03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5026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A917DAC8-9FE5-D6A1-5A38-BC46E4D3094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145340" y="0"/>
            <a:ext cx="9047860" cy="4012756"/>
          </a:xfrm>
          <a:custGeom>
            <a:avLst/>
            <a:gdLst>
              <a:gd name="connsiteX0" fmla="*/ 6295687 w 9047860"/>
              <a:gd name="connsiteY0" fmla="*/ 0 h 4012756"/>
              <a:gd name="connsiteX1" fmla="*/ 9047860 w 9047860"/>
              <a:gd name="connsiteY1" fmla="*/ 0 h 4012756"/>
              <a:gd name="connsiteX2" fmla="*/ 9047860 w 9047860"/>
              <a:gd name="connsiteY2" fmla="*/ 3541448 h 4012756"/>
              <a:gd name="connsiteX3" fmla="*/ 6295687 w 9047860"/>
              <a:gd name="connsiteY3" fmla="*/ 3541448 h 4012756"/>
              <a:gd name="connsiteX4" fmla="*/ 3145239 w 9047860"/>
              <a:gd name="connsiteY4" fmla="*/ 0 h 4012756"/>
              <a:gd name="connsiteX5" fmla="*/ 5897411 w 9047860"/>
              <a:gd name="connsiteY5" fmla="*/ 0 h 4012756"/>
              <a:gd name="connsiteX6" fmla="*/ 5897411 w 9047860"/>
              <a:gd name="connsiteY6" fmla="*/ 4012756 h 4012756"/>
              <a:gd name="connsiteX7" fmla="*/ 3145239 w 9047860"/>
              <a:gd name="connsiteY7" fmla="*/ 4012756 h 4012756"/>
              <a:gd name="connsiteX8" fmla="*/ 0 w 9047860"/>
              <a:gd name="connsiteY8" fmla="*/ 0 h 4012756"/>
              <a:gd name="connsiteX9" fmla="*/ 2752173 w 9047860"/>
              <a:gd name="connsiteY9" fmla="*/ 0 h 4012756"/>
              <a:gd name="connsiteX10" fmla="*/ 2752173 w 9047860"/>
              <a:gd name="connsiteY10" fmla="*/ 3070139 h 4012756"/>
              <a:gd name="connsiteX11" fmla="*/ 0 w 9047860"/>
              <a:gd name="connsiteY11" fmla="*/ 3070139 h 4012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047860" h="4012756">
                <a:moveTo>
                  <a:pt x="6295687" y="0"/>
                </a:moveTo>
                <a:lnTo>
                  <a:pt x="9047860" y="0"/>
                </a:lnTo>
                <a:lnTo>
                  <a:pt x="9047860" y="3541448"/>
                </a:lnTo>
                <a:lnTo>
                  <a:pt x="6295687" y="3541448"/>
                </a:lnTo>
                <a:close/>
                <a:moveTo>
                  <a:pt x="3145239" y="0"/>
                </a:moveTo>
                <a:lnTo>
                  <a:pt x="5897411" y="0"/>
                </a:lnTo>
                <a:lnTo>
                  <a:pt x="5897411" y="4012756"/>
                </a:lnTo>
                <a:lnTo>
                  <a:pt x="3145239" y="4012756"/>
                </a:lnTo>
                <a:close/>
                <a:moveTo>
                  <a:pt x="0" y="0"/>
                </a:moveTo>
                <a:lnTo>
                  <a:pt x="2752173" y="0"/>
                </a:lnTo>
                <a:lnTo>
                  <a:pt x="2752173" y="3070139"/>
                </a:lnTo>
                <a:lnTo>
                  <a:pt x="0" y="3070139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 lIns="0" tIns="576000" anchor="ctr" anchorCtr="0"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pic>
        <p:nvPicPr>
          <p:cNvPr id="6" name="Logo">
            <a:extLst>
              <a:ext uri="{FF2B5EF4-FFF2-40B4-BE49-F238E27FC236}">
                <a16:creationId xmlns:a16="http://schemas.microsoft.com/office/drawing/2014/main" id="{FF434E18-D4E3-64FA-64DD-DCA37303D81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2000" y="432000"/>
            <a:ext cx="774000" cy="299738"/>
          </a:xfrm>
          <a:prstGeom prst="rect">
            <a:avLst/>
          </a:prstGeom>
        </p:spPr>
      </p:pic>
      <p:pic>
        <p:nvPicPr>
          <p:cNvPr id="4" name="Tagline">
            <a:extLst>
              <a:ext uri="{FF2B5EF4-FFF2-40B4-BE49-F238E27FC236}">
                <a16:creationId xmlns:a16="http://schemas.microsoft.com/office/drawing/2014/main" id="{03B2A279-85BA-9C4C-C3E5-A0609D1328F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92226" y="6032713"/>
            <a:ext cx="1268011" cy="432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32000" y="4089600"/>
            <a:ext cx="5500800" cy="1476000"/>
          </a:xfrm>
        </p:spPr>
        <p:txBody>
          <a:bodyPr anchor="ctr" anchorCtr="0"/>
          <a:lstStyle>
            <a:lvl1pPr algn="l">
              <a:defRPr sz="4800" spc="-1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A8438FD-4938-EABD-A952-419D76F3E1B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1800" y="5992813"/>
            <a:ext cx="1617663" cy="431800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tx1"/>
                </a:solidFill>
                <a:latin typeface="+mn-lt"/>
              </a:defRPr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tx1"/>
                </a:solidFill>
                <a:latin typeface="+mn-lt"/>
              </a:defRPr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tx1"/>
                </a:solidFill>
                <a:latin typeface="+mn-lt"/>
              </a:defRPr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dirty="0"/>
              <a:t>Add Name Surname add Title in next line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B1F3BE9-4E62-F931-13C3-AFFCD9861B9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73312" y="5992813"/>
            <a:ext cx="3559176" cy="431800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tx1"/>
                </a:solidFill>
                <a:latin typeface="+mn-lt"/>
              </a:defRPr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tx1"/>
                </a:solidFill>
                <a:latin typeface="+mn-lt"/>
              </a:defRPr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tx1"/>
                </a:solidFill>
                <a:latin typeface="+mn-lt"/>
              </a:defRPr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dirty="0"/>
              <a:t>Add Phone add                                                                   E-mail in next line</a:t>
            </a:r>
          </a:p>
        </p:txBody>
      </p:sp>
      <p:sp>
        <p:nvSpPr>
          <p:cNvPr id="9" name="Footer Placeholder 8" hidden="1">
            <a:extLst>
              <a:ext uri="{FF2B5EF4-FFF2-40B4-BE49-F238E27FC236}">
                <a16:creationId xmlns:a16="http://schemas.microsoft.com/office/drawing/2014/main" id="{3297A132-C2EE-4CE3-8B75-B1FDFF50D46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 hidden="1">
            <a:extLst>
              <a:ext uri="{FF2B5EF4-FFF2-40B4-BE49-F238E27FC236}">
                <a16:creationId xmlns:a16="http://schemas.microsoft.com/office/drawing/2014/main" id="{E1304FA1-E0F5-4AD4-846A-37642FFE487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2" name="Date Placeholder 41" hidden="1">
            <a:extLst>
              <a:ext uri="{FF2B5EF4-FFF2-40B4-BE49-F238E27FC236}">
                <a16:creationId xmlns:a16="http://schemas.microsoft.com/office/drawing/2014/main" id="{2D6E44EC-D1ED-56D5-9AAA-C2A04539DEB0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C56D8F9B-62C4-4718-8177-E99FE077EA6B}" type="datetime3">
              <a:rPr lang="en-US" smtClean="0"/>
              <a:t>23 July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5421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 hidden="1">
            <a:extLst>
              <a:ext uri="{FF2B5EF4-FFF2-40B4-BE49-F238E27FC236}">
                <a16:creationId xmlns:a16="http://schemas.microsoft.com/office/drawing/2014/main" id="{3297A132-C2EE-4CE3-8B75-B1FDFF50D46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 hidden="1">
            <a:extLst>
              <a:ext uri="{FF2B5EF4-FFF2-40B4-BE49-F238E27FC236}">
                <a16:creationId xmlns:a16="http://schemas.microsoft.com/office/drawing/2014/main" id="{E1304FA1-E0F5-4AD4-846A-37642FFE487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2" name="Date Placeholder 41" hidden="1">
            <a:extLst>
              <a:ext uri="{FF2B5EF4-FFF2-40B4-BE49-F238E27FC236}">
                <a16:creationId xmlns:a16="http://schemas.microsoft.com/office/drawing/2014/main" id="{2D6E44EC-D1ED-56D5-9AAA-C2A04539DEB0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13946FFF-1566-4894-B74A-941F661FB9F4}" type="datetime3">
              <a:rPr lang="en-US" smtClean="0"/>
              <a:t>23 July 2026</a:t>
            </a:fld>
            <a:endParaRPr lang="en-US" dirty="0"/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71E1F038-8583-6F9E-29EB-F8C2D9432A8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2049462" y="1860603"/>
            <a:ext cx="8099979" cy="3136793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A917DAC8-9FE5-D6A1-5A38-BC46E4D3094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3200" cy="6861600"/>
          </a:xfrm>
          <a:prstGeom prst="rect">
            <a:avLst/>
          </a:prstGeom>
          <a:solidFill>
            <a:srgbClr val="D0D0D0"/>
          </a:solidFill>
        </p:spPr>
        <p:txBody>
          <a:bodyPr wrap="square" lIns="0" tIns="72000" anchor="t" anchorCtr="0"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on frame to change picture, using the Insert tab, Pictures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B1F3BE9-4E62-F931-13C3-AFFCD9861B9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049462" y="1860604"/>
            <a:ext cx="8099979" cy="3136793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noFill/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tx1"/>
                </a:solidFill>
                <a:latin typeface="+mn-lt"/>
              </a:defRPr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tx1"/>
                </a:solidFill>
                <a:latin typeface="+mn-lt"/>
              </a:defRPr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tx1"/>
                </a:solidFill>
                <a:latin typeface="+mn-lt"/>
              </a:defRPr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dirty="0"/>
              <a:t>Add Phone add                                                                   E-mail in next line</a:t>
            </a:r>
          </a:p>
        </p:txBody>
      </p:sp>
    </p:spTree>
    <p:extLst>
      <p:ext uri="{BB962C8B-B14F-4D97-AF65-F5344CB8AC3E}">
        <p14:creationId xmlns:p14="http://schemas.microsoft.com/office/powerpoint/2010/main" val="49314913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PORT Two content">
    <p:bg>
      <p:bgPr>
        <a:solidFill>
          <a:srgbClr val="F3E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DDF5836-A53C-4F9D-8208-19EFA158B2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1295997"/>
            <a:ext cx="3560400" cy="4696813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315107" y="1295999"/>
            <a:ext cx="3560400" cy="4696813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 dirty="0"/>
              <a:t>Click to add text                        Enter &amp; TAB to view next text style                    SHIFT+TAB to view previous text style</a:t>
            </a:r>
            <a:endParaRPr lang="en-US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17CE2ECF-AF40-4809-BD16-DFC59D53926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198213" y="1295999"/>
            <a:ext cx="3560400" cy="4696813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 dirty="0"/>
              <a:t>Click to add text                       Enter &amp; TAB to view next text style                    SHIFT+TAB to view previous text style</a:t>
            </a:r>
            <a:endParaRPr lang="en-US" dirty="0"/>
          </a:p>
        </p:txBody>
      </p:sp>
      <p:sp>
        <p:nvSpPr>
          <p:cNvPr id="22" name="Date Placeholder 21">
            <a:extLst>
              <a:ext uri="{FF2B5EF4-FFF2-40B4-BE49-F238E27FC236}">
                <a16:creationId xmlns:a16="http://schemas.microsoft.com/office/drawing/2014/main" id="{7B261A6A-0AB3-6B29-97E3-65E332BA557A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4E2B42F0-17CE-4291-A62D-6BBB35AE2D5A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3F1967D3-C969-0779-3EEB-C1EB8656857A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ED8B651F-99AA-8B13-4C4B-C3FA81717744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Logo">
            <a:extLst>
              <a:ext uri="{FF2B5EF4-FFF2-40B4-BE49-F238E27FC236}">
                <a16:creationId xmlns:a16="http://schemas.microsoft.com/office/drawing/2014/main" id="{156BC16E-C4D8-1D47-02F8-7CBE22A4687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3955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PORT Three content">
    <p:bg>
      <p:bgPr>
        <a:solidFill>
          <a:srgbClr val="F3E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DDF5836-A53C-4F9D-8208-19EFA158B2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1295997"/>
            <a:ext cx="2588400" cy="4696813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344864" y="1295999"/>
            <a:ext cx="2588400" cy="4696813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 dirty="0"/>
              <a:t>Click to add text                Enter &amp; TAB to view next text style                    SHIFT+TAB to view previous text style</a:t>
            </a:r>
            <a:endParaRPr lang="en-US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17CE2ECF-AF40-4809-BD16-DFC59D53926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57729" y="1295999"/>
            <a:ext cx="2588400" cy="4696813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 dirty="0"/>
              <a:t>Click to add text                Enter &amp; TAB to view next text style                    SHIFT+TAB to view previous text style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3173555-621B-4368-85A5-D9E165C7634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170213" y="1295999"/>
            <a:ext cx="2588400" cy="4696813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 dirty="0"/>
              <a:t>Click to add text                Enter &amp; TAB to view next text style                    SHIFT+TAB to view previous text style</a:t>
            </a:r>
            <a:endParaRPr lang="en-US" dirty="0"/>
          </a:p>
        </p:txBody>
      </p:sp>
      <p:sp>
        <p:nvSpPr>
          <p:cNvPr id="22" name="Date Placeholder 21">
            <a:extLst>
              <a:ext uri="{FF2B5EF4-FFF2-40B4-BE49-F238E27FC236}">
                <a16:creationId xmlns:a16="http://schemas.microsoft.com/office/drawing/2014/main" id="{7B261A6A-0AB3-6B29-97E3-65E332BA557A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D691B107-46C2-4D5E-A4D1-6D1490D257C2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3F1967D3-C969-0779-3EEB-C1EB8656857A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ED8B651F-99AA-8B13-4C4B-C3FA81717744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Logo">
            <a:extLst>
              <a:ext uri="{FF2B5EF4-FFF2-40B4-BE49-F238E27FC236}">
                <a16:creationId xmlns:a16="http://schemas.microsoft.com/office/drawing/2014/main" id="{2315AAE8-06E5-1F02-90BC-4A6DDED49BA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847912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PORT Five content">
    <p:bg>
      <p:bgPr>
        <a:solidFill>
          <a:srgbClr val="F3E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DDF5836-A53C-4F9D-8208-19EFA158B2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1296000"/>
            <a:ext cx="3560400" cy="1915200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32000" y="3643200"/>
            <a:ext cx="3560400" cy="1915200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 dirty="0"/>
              <a:t>Click to add text                       Enter &amp; TAB to view next text style                    SHIFT+TAB to view previous text style</a:t>
            </a:r>
            <a:endParaRPr lang="en-US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17CE2ECF-AF40-4809-BD16-DFC59D53926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315107" y="1296000"/>
            <a:ext cx="3560400" cy="1915200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 dirty="0"/>
              <a:t>Click to add text                       Enter &amp; TAB to view next text style                    SHIFT+TAB to view previous text style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3173555-621B-4368-85A5-D9E165C7634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315107" y="3643200"/>
            <a:ext cx="3560400" cy="1915200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 dirty="0"/>
              <a:t>Click to add text                       Enter &amp; TAB to view next text style SHIFT+TAB to view previous text style</a:t>
            </a:r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F68EC61-8561-4994-8A68-09675655FE31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198213" y="1296000"/>
            <a:ext cx="3560400" cy="1915200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 dirty="0"/>
              <a:t>Click to add text                       Enter &amp; TAB to view next text style         SHIFT+TAB to view previous text style</a:t>
            </a:r>
            <a:endParaRPr lang="en-US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80BF4E0-B153-411A-B8D8-A592C7C565FF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198213" y="3643200"/>
            <a:ext cx="3560400" cy="1915200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 dirty="0"/>
              <a:t>Click to add text                        Enter &amp; TAB to view next text style SHIFT+TAB to view previous text style</a:t>
            </a:r>
            <a:endParaRPr lang="en-US" dirty="0"/>
          </a:p>
        </p:txBody>
      </p:sp>
      <p:sp>
        <p:nvSpPr>
          <p:cNvPr id="22" name="Date Placeholder 21">
            <a:extLst>
              <a:ext uri="{FF2B5EF4-FFF2-40B4-BE49-F238E27FC236}">
                <a16:creationId xmlns:a16="http://schemas.microsoft.com/office/drawing/2014/main" id="{7B261A6A-0AB3-6B29-97E3-65E332BA557A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6784AB3C-C89B-4811-8519-DFA11D99F992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3F1967D3-C969-0779-3EEB-C1EB8656857A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ED8B651F-99AA-8B13-4C4B-C3FA81717744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Logo">
            <a:extLst>
              <a:ext uri="{FF2B5EF4-FFF2-40B4-BE49-F238E27FC236}">
                <a16:creationId xmlns:a16="http://schemas.microsoft.com/office/drawing/2014/main" id="{3266DD73-667B-DCF4-67BB-A5CEB165A73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0292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PORT Seven content">
    <p:bg>
      <p:bgPr>
        <a:solidFill>
          <a:srgbClr val="F3E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DDF5836-A53C-4F9D-8208-19EFA158B2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1296000"/>
            <a:ext cx="2588400" cy="1915200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32000" y="3643200"/>
            <a:ext cx="2588400" cy="1915200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 dirty="0"/>
              <a:t>Click to add text                Enter &amp; TAB to view next text style                    SHIFT+TAB to view previous text style</a:t>
            </a:r>
            <a:endParaRPr lang="en-US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17CE2ECF-AF40-4809-BD16-DFC59D53926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344864" y="1296000"/>
            <a:ext cx="2588400" cy="1915200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 dirty="0"/>
              <a:t>Click to add text                Enter &amp; TAB to view next text style                    SHIFT+TAB to view previous text style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3173555-621B-4368-85A5-D9E165C7634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44864" y="3643200"/>
            <a:ext cx="2588400" cy="1915200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 dirty="0"/>
              <a:t>Click to add text                Enter &amp; TAB to view next text style                    SHIFT+TAB to view previous text style</a:t>
            </a:r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F68EC61-8561-4994-8A68-09675655FE31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257729" y="1296000"/>
            <a:ext cx="2587822" cy="1915200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 dirty="0"/>
              <a:t>Click to add text                Enter &amp; TAB to view next text style                    SHIFT+TAB to view previous text style</a:t>
            </a:r>
            <a:endParaRPr lang="en-US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80BF4E0-B153-411A-B8D8-A592C7C565FF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257729" y="3643200"/>
            <a:ext cx="2588400" cy="1915200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 dirty="0"/>
              <a:t>Click to add text                Enter &amp; TAB to view next text style                    SHIFT+TAB to view previous text style</a:t>
            </a:r>
            <a:endParaRPr lang="en-US" dirty="0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F42111F8-D026-4080-A7D1-2BD64D26F371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170213" y="1296000"/>
            <a:ext cx="2588400" cy="1915200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 dirty="0"/>
              <a:t>Click to add text                Enter &amp; TAB to view next text style                    SHIFT+TAB to view previous text style</a:t>
            </a:r>
            <a:endParaRPr lang="en-US" dirty="0"/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12BE8FA1-8429-3E59-4329-D75343EBDC80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170213" y="3643200"/>
            <a:ext cx="2588400" cy="1915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Date Placeholder 21">
            <a:extLst>
              <a:ext uri="{FF2B5EF4-FFF2-40B4-BE49-F238E27FC236}">
                <a16:creationId xmlns:a16="http://schemas.microsoft.com/office/drawing/2014/main" id="{7B261A6A-0AB3-6B29-97E3-65E332BA557A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73FB1D18-B6A1-47AA-85AF-1BADCA51AB45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3F1967D3-C969-0779-3EEB-C1EB8656857A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ED8B651F-99AA-8B13-4C4B-C3FA81717744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Logo">
            <a:extLst>
              <a:ext uri="{FF2B5EF4-FFF2-40B4-BE49-F238E27FC236}">
                <a16:creationId xmlns:a16="http://schemas.microsoft.com/office/drawing/2014/main" id="{6373103F-C053-E6AB-8624-1A57572688C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6906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60C35B-2366-A98F-8540-58AC40291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EFE6B-11C5-4604-A6DA-8CBF5DB97254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F0EB71-A8EE-CF18-807D-A4655231F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F4170B-C4A3-744E-C4CE-948DDA766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Logo">
            <a:extLst>
              <a:ext uri="{FF2B5EF4-FFF2-40B4-BE49-F238E27FC236}">
                <a16:creationId xmlns:a16="http://schemas.microsoft.com/office/drawing/2014/main" id="{D583CC55-F2B7-571E-5105-2FE9888EF47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94888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User gu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ast overskrift"/>
          <p:cNvSpPr txBox="1"/>
          <p:nvPr userDrawn="1"/>
        </p:nvSpPr>
        <p:spPr>
          <a:xfrm>
            <a:off x="431800" y="448713"/>
            <a:ext cx="11326813" cy="65017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r>
              <a:rPr lang="en-US" sz="32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TIPS &amp; TRICKS - YOUR USER GUIDE</a:t>
            </a:r>
          </a:p>
        </p:txBody>
      </p:sp>
      <p:sp>
        <p:nvSpPr>
          <p:cNvPr id="13" name="Text Box 2">
            <a:extLst>
              <a:ext uri="{FF2B5EF4-FFF2-40B4-BE49-F238E27FC236}">
                <a16:creationId xmlns:a16="http://schemas.microsoft.com/office/drawing/2014/main" id="{0BB3B459-CDFE-44C8-879C-511BDE5A64B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43785" y="1306551"/>
            <a:ext cx="2488986" cy="46935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TEXT STYLES</a:t>
            </a:r>
            <a:endParaRPr lang="en-US" altLang="da-DK" sz="16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Use the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TAB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-key</a:t>
            </a:r>
            <a:r>
              <a:rPr lang="en-US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to jump through levels. Click </a:t>
            </a:r>
            <a:r>
              <a:rPr lang="en-US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ENTER</a:t>
            </a:r>
            <a:r>
              <a:rPr lang="en-US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, then </a:t>
            </a:r>
            <a:r>
              <a:rPr lang="en-US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TAB</a:t>
            </a:r>
            <a:r>
              <a:rPr lang="en-US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to switch from one level to the next level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To go back in levels use </a:t>
            </a:r>
            <a:r>
              <a:rPr lang="en-US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SHIFT-TAB</a:t>
            </a:r>
            <a:endParaRPr lang="en-US" sz="900" b="1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US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Alternatively, </a:t>
            </a:r>
            <a:r>
              <a:rPr lang="en-US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Increase</a:t>
            </a:r>
            <a:r>
              <a:rPr lang="en-US" sz="90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and </a:t>
            </a:r>
            <a:r>
              <a:rPr lang="en-US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Decrease </a:t>
            </a:r>
            <a:r>
              <a:rPr lang="en-US" sz="90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list level can be used</a:t>
            </a: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endParaRPr lang="en-US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HINT: </a:t>
            </a:r>
            <a:r>
              <a:rPr lang="en-US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Use bullet button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Delete bullet for regular text.</a:t>
            </a: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on the bullet button to apply the correct bullet again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US" sz="160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SLIDES &amp; LAYOUTS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on the menu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New Slide 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 the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Home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tab to insert a new slide</a:t>
            </a: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Change layout</a:t>
            </a:r>
            <a:endParaRPr lang="en-US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indent="0">
              <a:spcAft>
                <a:spcPts val="600"/>
              </a:spcAft>
              <a:buFont typeface="+mj-lt"/>
              <a:buNone/>
            </a:pPr>
            <a:r>
              <a:rPr lang="en-US" sz="900" noProof="1">
                <a:solidFill>
                  <a:srgbClr val="000000"/>
                </a:solidFill>
                <a:latin typeface="+mn-lt"/>
                <a:ea typeface="Arial" panose="020B0604020202020204" pitchFamily="34" charset="0"/>
              </a:rPr>
              <a:t>Click on the arrow next to </a:t>
            </a:r>
            <a:r>
              <a:rPr lang="en-US" sz="900" b="1" noProof="1">
                <a:solidFill>
                  <a:srgbClr val="000000"/>
                </a:solidFill>
                <a:latin typeface="+mn-lt"/>
                <a:ea typeface="Arial" panose="020B0604020202020204" pitchFamily="34" charset="0"/>
              </a:rPr>
              <a:t>Layout </a:t>
            </a:r>
            <a:r>
              <a:rPr lang="en-US" sz="900" noProof="1">
                <a:solidFill>
                  <a:srgbClr val="000000"/>
                </a:solidFill>
                <a:latin typeface="+mn-lt"/>
                <a:ea typeface="Arial" panose="020B0604020202020204" pitchFamily="34" charset="0"/>
              </a:rPr>
              <a:t>to view </a:t>
            </a:r>
            <a:br>
              <a:rPr lang="en-US" sz="900" noProof="1">
                <a:solidFill>
                  <a:srgbClr val="000000"/>
                </a:solidFill>
                <a:latin typeface="+mn-lt"/>
                <a:ea typeface="Arial" panose="020B0604020202020204" pitchFamily="34" charset="0"/>
              </a:rPr>
            </a:br>
            <a:r>
              <a:rPr lang="en-US" sz="900" noProof="1">
                <a:solidFill>
                  <a:srgbClr val="000000"/>
                </a:solidFill>
                <a:latin typeface="+mn-lt"/>
                <a:ea typeface="Arial" panose="020B0604020202020204" pitchFamily="34" charset="0"/>
              </a:rPr>
              <a:t>a dropdown menu of possible slide layouts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US" altLang="da-DK" sz="1600" b="0" cap="all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Colors</a:t>
            </a:r>
            <a:endParaRPr lang="en-US" sz="1600" cap="all" baseline="0" dirty="0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Use colors from top row and </a:t>
            </a: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all Custom Colors</a:t>
            </a: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endParaRPr lang="en-US" sz="900" noProof="1">
              <a:solidFill>
                <a:srgbClr val="000000"/>
              </a:solidFill>
              <a:latin typeface="+mn-lt"/>
              <a:ea typeface="Arial" panose="020B0604020202020204" pitchFamily="34" charset="0"/>
            </a:endParaRPr>
          </a:p>
        </p:txBody>
      </p:sp>
      <p:sp>
        <p:nvSpPr>
          <p:cNvPr id="14" name="Text Box 3">
            <a:extLst>
              <a:ext uri="{FF2B5EF4-FFF2-40B4-BE49-F238E27FC236}">
                <a16:creationId xmlns:a16="http://schemas.microsoft.com/office/drawing/2014/main" id="{66B3FBB4-61DE-493B-8F38-CB78E008D9B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331286" y="1306551"/>
            <a:ext cx="2578056" cy="40010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fontAlgn="auto">
              <a:spcBef>
                <a:spcPts val="1200"/>
              </a:spcBef>
              <a:spcAft>
                <a:spcPts val="600"/>
              </a:spcAft>
              <a:buFont typeface="+mj-lt"/>
              <a:buNone/>
              <a:defRPr/>
            </a:pPr>
            <a:r>
              <a:rPr lang="en-US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Reset slide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None/>
              <a:tabLst/>
              <a:defRPr/>
            </a:pP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en-US" altLang="da-DK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Home</a:t>
            </a:r>
            <a:r>
              <a:rPr lang="en-US" altLang="da-DK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tab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None/>
              <a:tabLst/>
              <a:defRPr/>
            </a:pP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US" altLang="da-DK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Reset</a:t>
            </a:r>
            <a:r>
              <a:rPr lang="en-US" altLang="da-DK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menu to reset position, size and formatting of the slide </a:t>
            </a:r>
            <a:br>
              <a:rPr lang="en-US" altLang="da-DK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US" altLang="da-DK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placeholders to their default settings</a:t>
            </a:r>
            <a:endParaRPr lang="en-US" altLang="da-DK" sz="900" baseline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None/>
              <a:tabLst/>
              <a:defRPr/>
            </a:pPr>
            <a:endParaRPr lang="en-US" sz="900" b="1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PICTURES</a:t>
            </a:r>
            <a:endParaRPr lang="en-US" sz="1600" b="1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On slides with pictureplaceholder, click </a:t>
            </a: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on the icon and choose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Insert 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to browse </a:t>
            </a: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for picture</a:t>
            </a:r>
            <a:endParaRPr lang="en-US" altLang="da-DK" sz="900" b="1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Bef>
                <a:spcPts val="1200"/>
              </a:spcBef>
              <a:spcAft>
                <a:spcPts val="600"/>
              </a:spcAft>
              <a:defRPr/>
            </a:pPr>
            <a:r>
              <a:rPr lang="en-US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Crop picture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Crop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to change size or </a:t>
            </a: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focus of the picture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If you want to scale the picture, </a:t>
            </a: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hold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SHIFT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-key down while </a:t>
            </a: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dragging the corners of the picture</a:t>
            </a: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endParaRPr lang="en-US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HINT: 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If you delete the picture and insert a new one, the picture may lie in front of the text or graphic. If this happens, select the picture, right-click and choose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Send to Back</a:t>
            </a:r>
          </a:p>
        </p:txBody>
      </p:sp>
      <p:sp>
        <p:nvSpPr>
          <p:cNvPr id="15" name="Text Box 4">
            <a:extLst>
              <a:ext uri="{FF2B5EF4-FFF2-40B4-BE49-F238E27FC236}">
                <a16:creationId xmlns:a16="http://schemas.microsoft.com/office/drawing/2014/main" id="{17EA80A0-F605-4897-AE2A-18933CAB6DB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210588" y="1306551"/>
            <a:ext cx="2505733" cy="48320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08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HEADER &amp; FOOTER</a:t>
            </a:r>
            <a:endParaRPr lang="en-US" altLang="da-DK" sz="16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Do this at the very end to apply the changes on all slides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on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Header and Footer 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 the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Insert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tab. Write the desired text in Footer field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Apply to All (apply text on all slides) 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or click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Apply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(apply text on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one or several selected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slide(s)</a:t>
            </a: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endParaRPr lang="en-US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US" sz="160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GUIDES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View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tab and set tick mark next </a:t>
            </a: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to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Guides</a:t>
            </a:r>
            <a:endParaRPr lang="en-US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HINT: Alt + F9 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for quick view of guides</a:t>
            </a: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Mac: </a:t>
            </a:r>
            <a:r>
              <a:rPr lang="en-US" sz="900" b="0" i="0" dirty="0">
                <a:solidFill>
                  <a:srgbClr val="000000"/>
                </a:solidFill>
                <a:effectLst/>
                <a:latin typeface="+mn-lt"/>
              </a:rPr>
              <a:t>⌘ 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+ option + ctrl + G</a:t>
            </a: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endParaRPr lang="en-US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16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COPY/PASTE CONTENT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When copying old content to your new presentation, 2 options are available: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1. Best practice: 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Create a slide in your </a:t>
            </a: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new presentation and copy </a:t>
            </a:r>
            <a:r>
              <a:rPr lang="en-US" altLang="da-DK" sz="900" b="0" i="0" u="sng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one</a:t>
            </a:r>
            <a:r>
              <a:rPr lang="en-US" altLang="da-DK" sz="900" b="0" i="0" u="none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piece of content at a time (e.g. copy all text from </a:t>
            </a:r>
            <a:r>
              <a:rPr lang="en-US" altLang="da-DK" sz="900" b="0" i="0" u="sng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one</a:t>
            </a:r>
            <a:r>
              <a:rPr lang="en-US" altLang="da-DK" sz="900" b="0" i="0" u="none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textbox)</a:t>
            </a:r>
            <a:endParaRPr lang="en-US" altLang="da-DK" sz="900" b="1" i="0" u="sng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Or copy an entire slide into your new presentation and then choose a fitting layout. Remember to delete the old, wrong layouts (go to View &gt; Slidemaster and delete them)</a:t>
            </a:r>
            <a:endParaRPr lang="en-US" altLang="da-DK" sz="900" b="1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0501896-43DD-469D-A55E-AA24E780130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36761" y="3073933"/>
            <a:ext cx="257143" cy="28571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722642E-922E-4D3E-9481-C027E3A93CD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836761" y="4576990"/>
            <a:ext cx="475428" cy="17676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37E3D92-3923-49A5-9D66-A01D052984C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3901" t="45142" r="62601" b="9046"/>
          <a:stretch/>
        </p:blipFill>
        <p:spPr>
          <a:xfrm>
            <a:off x="6559342" y="2719441"/>
            <a:ext cx="341204" cy="321707"/>
          </a:xfrm>
          <a:prstGeom prst="rect">
            <a:avLst/>
          </a:prstGeom>
        </p:spPr>
      </p:pic>
      <p:pic>
        <p:nvPicPr>
          <p:cNvPr id="24" name="Picture 16">
            <a:extLst>
              <a:ext uri="{FF2B5EF4-FFF2-40B4-BE49-F238E27FC236}">
                <a16:creationId xmlns:a16="http://schemas.microsoft.com/office/drawing/2014/main" id="{EE4BD888-DAA9-4A3B-ADD9-0ACB9540A63B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836761" y="3893345"/>
            <a:ext cx="328881" cy="505501"/>
          </a:xfrm>
          <a:prstGeom prst="rect">
            <a:avLst/>
          </a:prstGeom>
        </p:spPr>
      </p:pic>
      <p:pic>
        <p:nvPicPr>
          <p:cNvPr id="26" name="Picture 20">
            <a:extLst>
              <a:ext uri="{FF2B5EF4-FFF2-40B4-BE49-F238E27FC236}">
                <a16:creationId xmlns:a16="http://schemas.microsoft.com/office/drawing/2014/main" id="{ADF46DFB-ABDB-43BA-AD93-FDEE2D7642D0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6631756" y="1736321"/>
            <a:ext cx="538465" cy="172841"/>
          </a:xfrm>
          <a:prstGeom prst="rect">
            <a:avLst/>
          </a:prstGeom>
        </p:spPr>
      </p:pic>
      <p:pic>
        <p:nvPicPr>
          <p:cNvPr id="27" name="Picture 19">
            <a:extLst>
              <a:ext uri="{FF2B5EF4-FFF2-40B4-BE49-F238E27FC236}">
                <a16:creationId xmlns:a16="http://schemas.microsoft.com/office/drawing/2014/main" id="{CF6F40E1-EF2A-4675-A88E-429AD3ADD347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6635486" y="3592844"/>
            <a:ext cx="313788" cy="543900"/>
          </a:xfrm>
          <a:prstGeom prst="rect">
            <a:avLst/>
          </a:prstGeom>
        </p:spPr>
      </p:pic>
      <p:pic>
        <p:nvPicPr>
          <p:cNvPr id="18" name="Picture 12">
            <a:extLst>
              <a:ext uri="{FF2B5EF4-FFF2-40B4-BE49-F238E27FC236}">
                <a16:creationId xmlns:a16="http://schemas.microsoft.com/office/drawing/2014/main" id="{1EEB59ED-856C-4646-8080-8164D2973D0E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0851712" y="1844297"/>
            <a:ext cx="378293" cy="543366"/>
          </a:xfrm>
          <a:prstGeom prst="rect">
            <a:avLst/>
          </a:prstGeom>
        </p:spPr>
      </p:pic>
      <p:sp>
        <p:nvSpPr>
          <p:cNvPr id="20" name="Date Placeholder 6" hidden="1">
            <a:extLst>
              <a:ext uri="{FF2B5EF4-FFF2-40B4-BE49-F238E27FC236}">
                <a16:creationId xmlns:a16="http://schemas.microsoft.com/office/drawing/2014/main" id="{C8F77785-DAC9-4046-8A82-0AC407341173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4255389D-CF36-4F44-B13C-FA0B1F4288A9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21" name="Footer Placeholder 8" hidden="1">
            <a:extLst>
              <a:ext uri="{FF2B5EF4-FFF2-40B4-BE49-F238E27FC236}">
                <a16:creationId xmlns:a16="http://schemas.microsoft.com/office/drawing/2014/main" id="{9675D1FD-FB10-4317-AAF4-BDCB2224F10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US" dirty="0"/>
          </a:p>
        </p:txBody>
      </p:sp>
      <p:sp>
        <p:nvSpPr>
          <p:cNvPr id="23" name="Slide Number Placeholder 10" hidden="1">
            <a:extLst>
              <a:ext uri="{FF2B5EF4-FFF2-40B4-BE49-F238E27FC236}">
                <a16:creationId xmlns:a16="http://schemas.microsoft.com/office/drawing/2014/main" id="{BBF7E881-962B-4385-8C0A-994D3D7717F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18B3BD4-04BC-40A0-B801-FB79B0884023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2836761" y="2312091"/>
            <a:ext cx="457143" cy="257143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3D24B430-598D-2E99-6E4B-D6C02EB952C8}"/>
              </a:ext>
            </a:extLst>
          </p:cNvPr>
          <p:cNvGrpSpPr/>
          <p:nvPr userDrawn="1"/>
        </p:nvGrpSpPr>
        <p:grpSpPr>
          <a:xfrm>
            <a:off x="2609062" y="4912403"/>
            <a:ext cx="908298" cy="1624601"/>
            <a:chOff x="2814462" y="4912403"/>
            <a:chExt cx="908298" cy="1624601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28A0D89-F8AD-6CF5-B3FB-BE587B1CDB5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/>
            <a:stretch>
              <a:fillRect/>
            </a:stretch>
          </p:blipFill>
          <p:spPr>
            <a:xfrm>
              <a:off x="2831584" y="4912403"/>
              <a:ext cx="886146" cy="1624601"/>
            </a:xfrm>
            <a:prstGeom prst="rect">
              <a:avLst/>
            </a:prstGeom>
          </p:spPr>
        </p:pic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28A934DC-FA1A-DC70-83F7-27998B95736D}"/>
                </a:ext>
              </a:extLst>
            </p:cNvPr>
            <p:cNvGrpSpPr/>
            <p:nvPr userDrawn="1"/>
          </p:nvGrpSpPr>
          <p:grpSpPr>
            <a:xfrm>
              <a:off x="2814462" y="5039012"/>
              <a:ext cx="905404" cy="1472528"/>
              <a:chOff x="8577240" y="2433052"/>
              <a:chExt cx="1602907" cy="2606588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3B8FE5EC-D0C6-3DCA-5326-C4ABCCCF67C0}"/>
                  </a:ext>
                </a:extLst>
              </p:cNvPr>
              <p:cNvSpPr/>
              <p:nvPr userDrawn="1"/>
            </p:nvSpPr>
            <p:spPr>
              <a:xfrm>
                <a:off x="8589162" y="2433052"/>
                <a:ext cx="1590985" cy="278066"/>
              </a:xfrm>
              <a:prstGeom prst="rect">
                <a:avLst/>
              </a:prstGeom>
              <a:noFill/>
              <a:ln w="25400">
                <a:solidFill>
                  <a:srgbClr val="1ED27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/>
                <a:endParaRPr lang="en-US" sz="1796" dirty="0" err="1"/>
              </a:p>
            </p:txBody>
          </p: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9CC41C02-4D1D-4E89-3D88-326D877CDE53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8577240" y="2756927"/>
                <a:ext cx="1602906" cy="600872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C9EB37F5-BB01-3A7B-EB3C-1D4F99D0E28D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8611332" y="2764381"/>
                <a:ext cx="1556893" cy="609130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AB902546-2079-28AB-65C1-930E8477C782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8589160" y="4726799"/>
                <a:ext cx="1579065" cy="312841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7CE48439-C4D1-F75F-D1B3-656A60CC2365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8589160" y="4726799"/>
                <a:ext cx="1579065" cy="226684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432180E8-F3CC-DA64-6CE6-99C382C697CF}"/>
                </a:ext>
              </a:extLst>
            </p:cNvPr>
            <p:cNvSpPr/>
            <p:nvPr userDrawn="1"/>
          </p:nvSpPr>
          <p:spPr>
            <a:xfrm>
              <a:off x="2824091" y="5633428"/>
              <a:ext cx="898669" cy="604321"/>
            </a:xfrm>
            <a:prstGeom prst="rect">
              <a:avLst/>
            </a:prstGeom>
            <a:noFill/>
            <a:ln w="25400">
              <a:solidFill>
                <a:srgbClr val="1ED27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en-US" sz="1796" dirty="0" err="1"/>
            </a:p>
          </p:txBody>
        </p:sp>
      </p:grpSp>
    </p:spTree>
    <p:extLst>
      <p:ext uri="{BB962C8B-B14F-4D97-AF65-F5344CB8AC3E}">
        <p14:creationId xmlns:p14="http://schemas.microsoft.com/office/powerpoint/2010/main" val="887821771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&gt;Do not use layouts after this &gt;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F124504-36FD-4753-851D-5B7D02D4A2D1}"/>
              </a:ext>
            </a:extLst>
          </p:cNvPr>
          <p:cNvSpPr/>
          <p:nvPr userDrawn="1"/>
        </p:nvSpPr>
        <p:spPr bwMode="white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6350" cap="rnd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  <a:buClr>
                <a:srgbClr val="003755"/>
              </a:buClr>
            </a:pPr>
            <a:endParaRPr lang="en-US" sz="1400" dirty="0" err="1">
              <a:solidFill>
                <a:schemeClr val="tx1"/>
              </a:solidFill>
            </a:endParaRPr>
          </a:p>
        </p:txBody>
      </p:sp>
      <p:sp>
        <p:nvSpPr>
          <p:cNvPr id="5" name="Do not use"/>
          <p:cNvSpPr txBox="1"/>
          <p:nvPr userDrawn="1"/>
        </p:nvSpPr>
        <p:spPr>
          <a:xfrm>
            <a:off x="430213" y="656823"/>
            <a:ext cx="11356977" cy="28931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755"/>
              </a:buClr>
              <a:buSzTx/>
              <a:buFontTx/>
              <a:buNone/>
              <a:tabLst/>
            </a:pPr>
            <a:r>
              <a:rPr lang="en-US" sz="4400" b="0" noProof="0" dirty="0">
                <a:solidFill>
                  <a:schemeClr val="bg1"/>
                </a:solidFill>
              </a:rPr>
              <a:t>If you see any </a:t>
            </a:r>
            <a:r>
              <a:rPr lang="en-US" sz="4400" b="0" i="0" noProof="0" dirty="0">
                <a:solidFill>
                  <a:schemeClr val="bg1"/>
                </a:solidFill>
                <a:latin typeface="Inter SemiBold" panose="02000503000000020004" pitchFamily="2" charset="0"/>
                <a:ea typeface="Inter SemiBold" panose="02000503000000020004" pitchFamily="2" charset="0"/>
              </a:rPr>
              <a:t>layouts after this </a:t>
            </a:r>
            <a:r>
              <a:rPr lang="en-US" sz="4400" b="0" i="0" noProof="0" dirty="0">
                <a:solidFill>
                  <a:schemeClr val="bg1"/>
                </a:solidFill>
              </a:rPr>
              <a:t>one</a:t>
            </a:r>
            <a:r>
              <a:rPr lang="en-US" sz="4400" b="1" i="1" noProof="0" dirty="0">
                <a:solidFill>
                  <a:schemeClr val="bg1"/>
                </a:solidFill>
              </a:rPr>
              <a:t>,</a:t>
            </a:r>
            <a:br>
              <a:rPr lang="en-US" sz="4400" b="0" i="0" noProof="0" dirty="0">
                <a:solidFill>
                  <a:schemeClr val="bg1"/>
                </a:solidFill>
              </a:rPr>
            </a:br>
            <a:r>
              <a:rPr lang="en-US" sz="4400" b="0" noProof="0" dirty="0">
                <a:solidFill>
                  <a:schemeClr val="bg1"/>
                </a:solidFill>
              </a:rPr>
              <a:t>do not use them. These layouts </a:t>
            </a:r>
            <a:r>
              <a:rPr lang="en-US" sz="4400" b="0" i="0" u="none" noProof="0" dirty="0">
                <a:solidFill>
                  <a:schemeClr val="bg1"/>
                </a:solidFill>
                <a:latin typeface="Inter SemiBold" panose="02000503000000020004" pitchFamily="2" charset="0"/>
                <a:ea typeface="Inter SemiBold" panose="02000503000000020004" pitchFamily="2" charset="0"/>
              </a:rPr>
              <a:t>are not </a:t>
            </a:r>
            <a:r>
              <a:rPr lang="en-US" sz="4400" b="0" noProof="0" dirty="0">
                <a:solidFill>
                  <a:schemeClr val="bg1"/>
                </a:solidFill>
              </a:rPr>
              <a:t>part of our corporate template.</a:t>
            </a:r>
            <a:br>
              <a:rPr lang="en-US" sz="2800" b="0" noProof="0" dirty="0">
                <a:solidFill>
                  <a:schemeClr val="bg1"/>
                </a:solidFill>
              </a:rPr>
            </a:br>
            <a:br>
              <a:rPr lang="en-US" sz="2800" b="0" noProof="0" dirty="0">
                <a:solidFill>
                  <a:schemeClr val="bg1"/>
                </a:solidFill>
              </a:rPr>
            </a:br>
            <a:endParaRPr lang="en-US" sz="2800" b="0" noProof="0" dirty="0">
              <a:solidFill>
                <a:schemeClr val="bg1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BEB5E5A-DA85-4D5B-80B9-F94482F55D76}"/>
              </a:ext>
            </a:extLst>
          </p:cNvPr>
          <p:cNvGrpSpPr/>
          <p:nvPr userDrawn="1"/>
        </p:nvGrpSpPr>
        <p:grpSpPr bwMode="black">
          <a:xfrm rot="8100000">
            <a:off x="10404874" y="3325226"/>
            <a:ext cx="1036788" cy="1036788"/>
            <a:chOff x="6096000" y="4963130"/>
            <a:chExt cx="1456719" cy="1456719"/>
          </a:xfrm>
          <a:solidFill>
            <a:schemeClr val="bg1"/>
          </a:solidFill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823227E-A862-4A7F-BC20-0D107430AB2C}"/>
                </a:ext>
              </a:extLst>
            </p:cNvPr>
            <p:cNvSpPr/>
            <p:nvPr userDrawn="1"/>
          </p:nvSpPr>
          <p:spPr bwMode="black">
            <a:xfrm rot="5400000">
              <a:off x="5534135" y="5524995"/>
              <a:ext cx="1456719" cy="332990"/>
            </a:xfrm>
            <a:prstGeom prst="rect">
              <a:avLst/>
            </a:prstGeom>
            <a:grpFill/>
            <a:ln w="6350" cap="rnd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  <a:buClr>
                  <a:srgbClr val="003755"/>
                </a:buClr>
              </a:pPr>
              <a:endParaRPr lang="en-US" sz="1400" dirty="0" err="1">
                <a:solidFill>
                  <a:schemeClr val="tx1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8501AE6-6504-4184-9443-E89AFACF769D}"/>
                </a:ext>
              </a:extLst>
            </p:cNvPr>
            <p:cNvSpPr/>
            <p:nvPr userDrawn="1"/>
          </p:nvSpPr>
          <p:spPr bwMode="black">
            <a:xfrm rot="10800000">
              <a:off x="6096000" y="4963130"/>
              <a:ext cx="1456719" cy="332990"/>
            </a:xfrm>
            <a:prstGeom prst="rect">
              <a:avLst/>
            </a:prstGeom>
            <a:grpFill/>
            <a:ln w="6350" cap="rnd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  <a:buClr>
                  <a:srgbClr val="003755"/>
                </a:buClr>
              </a:pPr>
              <a:endParaRPr lang="en-US" sz="1400" dirty="0" err="1">
                <a:solidFill>
                  <a:schemeClr val="tx1"/>
                </a:solidFill>
              </a:endParaRP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67CEE09B-6EE1-4BF2-85A3-DE69E91BC4C6}"/>
              </a:ext>
            </a:extLst>
          </p:cNvPr>
          <p:cNvSpPr/>
          <p:nvPr userDrawn="1"/>
        </p:nvSpPr>
        <p:spPr>
          <a:xfrm>
            <a:off x="430213" y="2588374"/>
            <a:ext cx="10152346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5000" b="1" i="0" noProof="0" dirty="0">
                <a:solidFill>
                  <a:schemeClr val="bg1"/>
                </a:solidFill>
                <a:latin typeface="Inter SemiBold" panose="02000503000000020004" pitchFamily="2" charset="0"/>
                <a:ea typeface="Inter SemiBold" panose="02000503000000020004" pitchFamily="2" charset="0"/>
              </a:rPr>
              <a:t>Do not use </a:t>
            </a:r>
            <a:endParaRPr lang="en-US" sz="15000" b="1" i="0" dirty="0">
              <a:solidFill>
                <a:schemeClr val="bg1"/>
              </a:solidFill>
              <a:latin typeface="Inter SemiBold" panose="02000503000000020004" pitchFamily="2" charset="0"/>
              <a:ea typeface="Inter SemiBold" panose="02000503000000020004" pitchFamily="2" charset="0"/>
            </a:endParaRPr>
          </a:p>
        </p:txBody>
      </p:sp>
      <p:sp>
        <p:nvSpPr>
          <p:cNvPr id="16" name="Do not use">
            <a:extLst>
              <a:ext uri="{FF2B5EF4-FFF2-40B4-BE49-F238E27FC236}">
                <a16:creationId xmlns:a16="http://schemas.microsoft.com/office/drawing/2014/main" id="{A8FA78FA-4D94-4717-B7C6-6F86378D6B01}"/>
              </a:ext>
            </a:extLst>
          </p:cNvPr>
          <p:cNvSpPr txBox="1"/>
          <p:nvPr userDrawn="1"/>
        </p:nvSpPr>
        <p:spPr>
          <a:xfrm>
            <a:off x="430214" y="5186455"/>
            <a:ext cx="11356974" cy="9694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755"/>
              </a:buClr>
              <a:buSzTx/>
              <a:buFontTx/>
              <a:buNone/>
              <a:tabLst/>
            </a:pPr>
            <a:r>
              <a:rPr lang="en-US" sz="2000" b="0" noProof="0" dirty="0">
                <a:solidFill>
                  <a:schemeClr val="bg1"/>
                </a:solidFill>
              </a:rPr>
              <a:t>Due to PowerPoint’s standard Copy/Paste functionality extra undesirable layouts can appear.</a:t>
            </a:r>
          </a:p>
          <a:p>
            <a:pPr marL="0" marR="0" indent="0" algn="ctr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755"/>
              </a:buClr>
              <a:buSzTx/>
              <a:buFontTx/>
              <a:buNone/>
              <a:tabLst/>
            </a:pPr>
            <a:r>
              <a:rPr lang="en-US" sz="2000" b="0" noProof="0" dirty="0">
                <a:solidFill>
                  <a:schemeClr val="bg1"/>
                </a:solidFill>
              </a:rPr>
              <a:t>Also notice: Layouts after this might contain potential confidential information.</a:t>
            </a:r>
            <a:br>
              <a:rPr lang="en-US" sz="1800" b="0" noProof="0" dirty="0">
                <a:solidFill>
                  <a:schemeClr val="bg1"/>
                </a:solidFill>
              </a:rPr>
            </a:br>
            <a:endParaRPr lang="en-US" sz="1800" b="0" noProof="0" dirty="0">
              <a:solidFill>
                <a:schemeClr val="bg1"/>
              </a:solidFill>
            </a:endParaRPr>
          </a:p>
        </p:txBody>
      </p:sp>
      <p:sp>
        <p:nvSpPr>
          <p:cNvPr id="13" name="Date Placeholder 6" hidden="1">
            <a:extLst>
              <a:ext uri="{FF2B5EF4-FFF2-40B4-BE49-F238E27FC236}">
                <a16:creationId xmlns:a16="http://schemas.microsoft.com/office/drawing/2014/main" id="{706505A8-87EA-4BA0-B698-35156BC765D0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89CEE22D-3220-45C5-956C-5492E6624632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14" name="Footer Placeholder 8" hidden="1">
            <a:extLst>
              <a:ext uri="{FF2B5EF4-FFF2-40B4-BE49-F238E27FC236}">
                <a16:creationId xmlns:a16="http://schemas.microsoft.com/office/drawing/2014/main" id="{AB150C2C-2030-498B-8262-6BD5BCCBB34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10" hidden="1">
            <a:extLst>
              <a:ext uri="{FF2B5EF4-FFF2-40B4-BE49-F238E27FC236}">
                <a16:creationId xmlns:a16="http://schemas.microsoft.com/office/drawing/2014/main" id="{E81B246F-92C7-4EF8-ACD0-05F73C7095B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31462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slideLayout" Target="../slideLayouts/slideLayout60.xml"/><Relationship Id="rId61" Type="http://schemas.openxmlformats.org/officeDocument/2006/relationships/slideLayout" Target="../slideLayouts/slideLayout61.xml"/><Relationship Id="rId62" Type="http://schemas.openxmlformats.org/officeDocument/2006/relationships/slideLayout" Target="../slideLayouts/slideLayout62.xml"/><Relationship Id="rId63" Type="http://schemas.openxmlformats.org/officeDocument/2006/relationships/slideLayout" Target="../slideLayouts/slideLayout63.xml"/><Relationship Id="rId6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6">
            <a:extLst>
              <a:ext uri="{FF2B5EF4-FFF2-40B4-BE49-F238E27FC236}">
                <a16:creationId xmlns:a16="http://schemas.microsoft.com/office/drawing/2014/main" id="{C9392247-CE23-49BB-A39E-64C7575BE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863600"/>
            <a:ext cx="3559175" cy="986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2000" y="2159599"/>
            <a:ext cx="11326613" cy="383321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 dirty="0"/>
              <a:t>Level 1                                                                                                                                                                                                        Enter &amp; TAB to view next text style                                                                                                                                                  SHIFT+TAB to view previous text style</a:t>
            </a:r>
          </a:p>
          <a:p>
            <a:pPr lvl="1"/>
            <a:r>
              <a:rPr lang="en-US" noProof="0" dirty="0"/>
              <a:t>Level 2</a:t>
            </a:r>
          </a:p>
          <a:p>
            <a:pPr lvl="2"/>
            <a:r>
              <a:rPr lang="en-US" noProof="0" dirty="0"/>
              <a:t>Level 3</a:t>
            </a:r>
          </a:p>
          <a:p>
            <a:pPr lvl="3"/>
            <a:r>
              <a:rPr lang="en-US" noProof="0" dirty="0"/>
              <a:t>Level 4</a:t>
            </a:r>
          </a:p>
          <a:p>
            <a:pPr lvl="4"/>
            <a:r>
              <a:rPr lang="en-US" noProof="0" dirty="0"/>
              <a:t>Level 5, Header</a:t>
            </a:r>
          </a:p>
          <a:p>
            <a:pPr lvl="5"/>
            <a:r>
              <a:rPr lang="en-US" noProof="0" dirty="0"/>
              <a:t>Level 6, Body</a:t>
            </a:r>
          </a:p>
          <a:p>
            <a:pPr lvl="6"/>
            <a:r>
              <a:rPr lang="en-US" noProof="0" dirty="0"/>
              <a:t>Level 7, Report bullet</a:t>
            </a:r>
          </a:p>
          <a:p>
            <a:pPr lvl="7"/>
            <a:r>
              <a:rPr lang="en-US" noProof="0" dirty="0"/>
              <a:t>Level 8, Report Body</a:t>
            </a:r>
          </a:p>
          <a:p>
            <a:pPr lvl="8"/>
            <a:r>
              <a:rPr lang="en-US" noProof="0" dirty="0"/>
              <a:t>Level 9, Numbers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43F1B6-0743-4D14-8B95-B030120DE5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32000" y="6271200"/>
            <a:ext cx="96976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lnSpc>
                <a:spcPct val="110000"/>
              </a:lnSpc>
              <a:defRPr sz="800" cap="all" baseline="0">
                <a:solidFill>
                  <a:schemeClr val="tx1"/>
                </a:solidFill>
                <a:latin typeface="KONE Information" panose="020B0603040000020003" pitchFamily="34" charset="-79"/>
                <a:cs typeface="KONE Information" panose="020B0603040000020003" pitchFamily="34" charset="-79"/>
              </a:defRPr>
            </a:lvl1pPr>
          </a:lstStyle>
          <a:p>
            <a:fld id="{2884EAC1-8263-4023-A331-8499B85EDC79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460BDC-2796-43E8-A075-B3BFBC3B28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48400" y="6271200"/>
            <a:ext cx="77688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lnSpc>
                <a:spcPct val="110000"/>
              </a:lnSpc>
              <a:spcAft>
                <a:spcPts val="300"/>
              </a:spcAft>
              <a:defRPr sz="800" cap="all" baseline="0">
                <a:solidFill>
                  <a:schemeClr val="tx1"/>
                </a:solidFill>
                <a:latin typeface="KONE Information" panose="020B0603040000020003" pitchFamily="34" charset="-79"/>
                <a:cs typeface="KONE Information" panose="020B0603040000020003" pitchFamily="34" charset="-79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42516E-ED5A-4F68-B285-E8D0CC42F9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2500" y="6271200"/>
            <a:ext cx="648499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lnSpc>
                <a:spcPct val="110000"/>
              </a:lnSpc>
              <a:defRPr sz="800">
                <a:solidFill>
                  <a:schemeClr val="tx1"/>
                </a:solidFill>
                <a:latin typeface="KONE Information" panose="020B0603040000020003" pitchFamily="34" charset="-79"/>
                <a:cs typeface="KONE Information" panose="020B0603040000020003" pitchFamily="34" charset="-79"/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999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96" r:id="rId2"/>
    <p:sldLayoutId id="2147483797" r:id="rId3"/>
    <p:sldLayoutId id="2147483798" r:id="rId4"/>
    <p:sldLayoutId id="2147483799" r:id="rId5"/>
    <p:sldLayoutId id="2147483800" r:id="rId6"/>
    <p:sldLayoutId id="2147483737" r:id="rId7"/>
    <p:sldLayoutId id="2147483766" r:id="rId8"/>
    <p:sldLayoutId id="2147483806" r:id="rId9"/>
    <p:sldLayoutId id="2147483731" r:id="rId10"/>
    <p:sldLayoutId id="2147483801" r:id="rId11"/>
    <p:sldLayoutId id="2147483802" r:id="rId12"/>
    <p:sldLayoutId id="2147483803" r:id="rId13"/>
    <p:sldLayoutId id="2147483805" r:id="rId14"/>
    <p:sldLayoutId id="2147483804" r:id="rId15"/>
    <p:sldLayoutId id="2147483732" r:id="rId16"/>
    <p:sldLayoutId id="2147483807" r:id="rId17"/>
    <p:sldLayoutId id="2147483848" r:id="rId18"/>
    <p:sldLayoutId id="2147483849" r:id="rId19"/>
    <p:sldLayoutId id="2147483755" r:id="rId20"/>
    <p:sldLayoutId id="2147483808" r:id="rId21"/>
    <p:sldLayoutId id="2147483812" r:id="rId22"/>
    <p:sldLayoutId id="2147483813" r:id="rId23"/>
    <p:sldLayoutId id="2147483772" r:id="rId24"/>
    <p:sldLayoutId id="2147483809" r:id="rId25"/>
    <p:sldLayoutId id="2147483810" r:id="rId26"/>
    <p:sldLayoutId id="2147483811" r:id="rId27"/>
    <p:sldLayoutId id="2147483818" r:id="rId28"/>
    <p:sldLayoutId id="2147483826" r:id="rId29"/>
    <p:sldLayoutId id="2147483827" r:id="rId30"/>
    <p:sldLayoutId id="2147483817" r:id="rId31"/>
    <p:sldLayoutId id="2147483816" r:id="rId32"/>
    <p:sldLayoutId id="2147483845" r:id="rId33"/>
    <p:sldLayoutId id="2147483820" r:id="rId34"/>
    <p:sldLayoutId id="2147483821" r:id="rId35"/>
    <p:sldLayoutId id="2147483819" r:id="rId36"/>
    <p:sldLayoutId id="2147483824" r:id="rId37"/>
    <p:sldLayoutId id="2147483825" r:id="rId38"/>
    <p:sldLayoutId id="2147483828" r:id="rId39"/>
    <p:sldLayoutId id="2147483829" r:id="rId40"/>
    <p:sldLayoutId id="2147483830" r:id="rId41"/>
    <p:sldLayoutId id="2147483831" r:id="rId42"/>
    <p:sldLayoutId id="2147483832" r:id="rId43"/>
    <p:sldLayoutId id="2147483833" r:id="rId44"/>
    <p:sldLayoutId id="2147483743" r:id="rId45"/>
    <p:sldLayoutId id="2147483834" r:id="rId46"/>
    <p:sldLayoutId id="2147483835" r:id="rId47"/>
    <p:sldLayoutId id="2147483837" r:id="rId48"/>
    <p:sldLayoutId id="2147483836" r:id="rId49"/>
    <p:sldLayoutId id="2147483814" r:id="rId50"/>
    <p:sldLayoutId id="2147483815" r:id="rId51"/>
    <p:sldLayoutId id="2147483838" r:id="rId52"/>
    <p:sldLayoutId id="2147483839" r:id="rId53"/>
    <p:sldLayoutId id="2147483840" r:id="rId54"/>
    <p:sldLayoutId id="2147483841" r:id="rId55"/>
    <p:sldLayoutId id="2147483847" r:id="rId56"/>
    <p:sldLayoutId id="2147483844" r:id="rId57"/>
    <p:sldLayoutId id="2147483842" r:id="rId58"/>
    <p:sldLayoutId id="2147483843" r:id="rId59"/>
    <p:sldLayoutId id="2147483768" r:id="rId60"/>
    <p:sldLayoutId id="2147483744" r:id="rId61"/>
    <p:sldLayoutId id="2147483846" r:id="rId62"/>
    <p:sldLayoutId id="2147483751" r:id="rId63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 spc="-6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400" rtl="0" eaLnBrk="1" latinLnBrk="0" hangingPunct="1">
        <a:lnSpc>
          <a:spcPct val="110000"/>
        </a:lnSpc>
        <a:spcBef>
          <a:spcPts val="300"/>
        </a:spcBef>
        <a:spcAft>
          <a:spcPts val="300"/>
        </a:spcAft>
        <a:buClr>
          <a:srgbClr val="1450F5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60000" indent="-180000" algn="l" defTabSz="914400" rtl="0" eaLnBrk="1" latinLnBrk="0" hangingPunct="1">
        <a:lnSpc>
          <a:spcPct val="110000"/>
        </a:lnSpc>
        <a:spcBef>
          <a:spcPts val="300"/>
        </a:spcBef>
        <a:spcAft>
          <a:spcPts val="300"/>
        </a:spcAft>
        <a:buClr>
          <a:srgbClr val="1450F5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-180000" algn="l" defTabSz="914400" rtl="0" eaLnBrk="1" latinLnBrk="0" hangingPunct="1">
        <a:lnSpc>
          <a:spcPct val="110000"/>
        </a:lnSpc>
        <a:spcBef>
          <a:spcPts val="300"/>
        </a:spcBef>
        <a:spcAft>
          <a:spcPts val="300"/>
        </a:spcAft>
        <a:buClr>
          <a:srgbClr val="1450F5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720000" indent="-180000" algn="l" defTabSz="914400" rtl="0" eaLnBrk="1" latinLnBrk="0" hangingPunct="1">
        <a:lnSpc>
          <a:spcPct val="110000"/>
        </a:lnSpc>
        <a:spcBef>
          <a:spcPts val="300"/>
        </a:spcBef>
        <a:spcAft>
          <a:spcPts val="300"/>
        </a:spcAft>
        <a:buClr>
          <a:srgbClr val="1450F5"/>
        </a:buClr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​"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​"/>
        <a:defRPr sz="1400" kern="1200" cap="none" baseline="0">
          <a:solidFill>
            <a:schemeClr val="tx1"/>
          </a:solidFill>
          <a:latin typeface="+mn-lt"/>
          <a:ea typeface="+mn-ea"/>
          <a:cs typeface="KONE Information" panose="020B0603040000020003" pitchFamily="34" charset="-79"/>
        </a:defRPr>
      </a:lvl6pPr>
      <a:lvl7pPr marL="180000" indent="-180000" algn="l" defTabSz="914400" rtl="0" eaLnBrk="1" latinLnBrk="0" hangingPunct="1">
        <a:lnSpc>
          <a:spcPct val="110000"/>
        </a:lnSpc>
        <a:spcBef>
          <a:spcPts val="300"/>
        </a:spcBef>
        <a:spcAft>
          <a:spcPts val="300"/>
        </a:spcAft>
        <a:buClr>
          <a:srgbClr val="1450F5"/>
        </a:buClr>
        <a:buFont typeface="Arial" panose="020B0604020202020204" pitchFamily="34" charset="0"/>
        <a:buChar char="•"/>
        <a:defRPr sz="1100" b="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​"/>
        <a:defRPr sz="110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​"/>
        <a:defRPr sz="1400" kern="1200" cap="all" spc="-60" baseline="0">
          <a:solidFill>
            <a:srgbClr val="1450F5"/>
          </a:solidFill>
          <a:latin typeface="KONE Information" panose="020B0603040000020003" pitchFamily="34" charset="-79"/>
          <a:ea typeface="+mn-ea"/>
          <a:cs typeface="KONE Information" panose="020B0603040000020003" pitchFamily="34" charset="-79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679" userDrawn="1">
          <p15:clr>
            <a:srgbClr val="A4A3A4"/>
          </p15:clr>
        </p15:guide>
        <p15:guide id="2" pos="883" userDrawn="1">
          <p15:clr>
            <a:srgbClr val="A4A3A4"/>
          </p15:clr>
        </p15:guide>
        <p15:guide id="3" orient="horz" pos="272" userDrawn="1">
          <p15:clr>
            <a:srgbClr val="A4A3A4"/>
          </p15:clr>
        </p15:guide>
        <p15:guide id="4" orient="horz" pos="4047" userDrawn="1">
          <p15:clr>
            <a:srgbClr val="A4A3A4"/>
          </p15:clr>
        </p15:guide>
        <p15:guide id="5" pos="272" userDrawn="1">
          <p15:clr>
            <a:srgbClr val="A4A3A4"/>
          </p15:clr>
        </p15:guide>
        <p15:guide id="6" pos="7407" userDrawn="1">
          <p15:clr>
            <a:srgbClr val="A4A3A4"/>
          </p15:clr>
        </p15:guide>
        <p15:guide id="7" pos="1291" userDrawn="1">
          <p15:clr>
            <a:srgbClr val="A4A3A4"/>
          </p15:clr>
        </p15:guide>
        <p15:guide id="8" pos="1495" userDrawn="1">
          <p15:clr>
            <a:srgbClr val="A4A3A4"/>
          </p15:clr>
        </p15:guide>
        <p15:guide id="9" pos="1902" userDrawn="1">
          <p15:clr>
            <a:srgbClr val="A4A3A4"/>
          </p15:clr>
        </p15:guide>
        <p15:guide id="10" pos="2107" userDrawn="1">
          <p15:clr>
            <a:srgbClr val="A4A3A4"/>
          </p15:clr>
        </p15:guide>
        <p15:guide id="11" pos="2514" userDrawn="1">
          <p15:clr>
            <a:srgbClr val="A4A3A4"/>
          </p15:clr>
        </p15:guide>
        <p15:guide id="12" pos="2718" userDrawn="1">
          <p15:clr>
            <a:srgbClr val="A4A3A4"/>
          </p15:clr>
        </p15:guide>
        <p15:guide id="13" pos="3126" userDrawn="1">
          <p15:clr>
            <a:srgbClr val="A4A3A4"/>
          </p15:clr>
        </p15:guide>
        <p15:guide id="14" pos="3330" userDrawn="1">
          <p15:clr>
            <a:srgbClr val="A4A3A4"/>
          </p15:clr>
        </p15:guide>
        <p15:guide id="15" pos="3737" userDrawn="1">
          <p15:clr>
            <a:srgbClr val="A4A3A4"/>
          </p15:clr>
        </p15:guide>
        <p15:guide id="16" pos="3941" userDrawn="1">
          <p15:clr>
            <a:srgbClr val="A4A3A4"/>
          </p15:clr>
        </p15:guide>
        <p15:guide id="17" pos="4349" userDrawn="1">
          <p15:clr>
            <a:srgbClr val="A4A3A4"/>
          </p15:clr>
        </p15:guide>
        <p15:guide id="18" pos="4553" userDrawn="1">
          <p15:clr>
            <a:srgbClr val="A4A3A4"/>
          </p15:clr>
        </p15:guide>
        <p15:guide id="19" pos="4961" userDrawn="1">
          <p15:clr>
            <a:srgbClr val="A4A3A4"/>
          </p15:clr>
        </p15:guide>
        <p15:guide id="20" pos="5165" userDrawn="1">
          <p15:clr>
            <a:srgbClr val="A4A3A4"/>
          </p15:clr>
        </p15:guide>
        <p15:guide id="21" pos="5572" userDrawn="1">
          <p15:clr>
            <a:srgbClr val="A4A3A4"/>
          </p15:clr>
        </p15:guide>
        <p15:guide id="22" pos="5776" userDrawn="1">
          <p15:clr>
            <a:srgbClr val="A4A3A4"/>
          </p15:clr>
        </p15:guide>
        <p15:guide id="23" pos="6184" userDrawn="1">
          <p15:clr>
            <a:srgbClr val="A4A3A4"/>
          </p15:clr>
        </p15:guide>
        <p15:guide id="24" pos="6388" userDrawn="1">
          <p15:clr>
            <a:srgbClr val="A4A3A4"/>
          </p15:clr>
        </p15:guide>
        <p15:guide id="25" pos="6795" userDrawn="1">
          <p15:clr>
            <a:srgbClr val="A4A3A4"/>
          </p15:clr>
        </p15:guide>
        <p15:guide id="26" pos="7000" userDrawn="1">
          <p15:clr>
            <a:srgbClr val="A4A3A4"/>
          </p15:clr>
        </p15:guide>
        <p15:guide id="27" orient="horz" pos="544" userDrawn="1">
          <p15:clr>
            <a:srgbClr val="A4A3A4"/>
          </p15:clr>
        </p15:guide>
        <p15:guide id="28" orient="horz" pos="816" userDrawn="1">
          <p15:clr>
            <a:srgbClr val="A4A3A4"/>
          </p15:clr>
        </p15:guide>
        <p15:guide id="29" orient="horz" pos="1088" userDrawn="1">
          <p15:clr>
            <a:srgbClr val="A4A3A4"/>
          </p15:clr>
        </p15:guide>
        <p15:guide id="30" orient="horz" pos="3775" userDrawn="1">
          <p15:clr>
            <a:srgbClr val="A4A3A4"/>
          </p15:clr>
        </p15:guide>
        <p15:guide id="31" orient="horz" pos="3503" userDrawn="1">
          <p15:clr>
            <a:srgbClr val="A4A3A4"/>
          </p15:clr>
        </p15:guide>
      </p15:sldGuideLst>
    </p:ext>
  </p:extLst>
</p:sldMaster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image" Target="../media/image24.jpe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3.jpg"/><Relationship Id="rId3" Type="http://schemas.openxmlformats.org/officeDocument/2006/relationships/image" Target="../media/image82.png"/><Relationship Id="rId4" Type="http://schemas.openxmlformats.org/officeDocument/2006/relationships/image" Target="../media/image80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8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84.jpg"/><Relationship Id="rId3" Type="http://schemas.openxmlformats.org/officeDocument/2006/relationships/image" Target="../media/image8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image" Target="../media/image8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mage8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image" Target="../media/image85.jpg"/><Relationship Id="rId3" Type="http://schemas.openxmlformats.org/officeDocument/2006/relationships/image" Target="../media/image8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8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image" Target="../media/image8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image" Target="../media/image8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81.png"/></Relationships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Placeholder 21" descr="A picture containing car, person&#10;&#10;Description automatically generated">
            <a:extLst>
              <a:ext uri="{FF2B5EF4-FFF2-40B4-BE49-F238E27FC236}">
                <a16:creationId xmlns:a16="http://schemas.microsoft.com/office/drawing/2014/main" id="{69303333-FB78-320C-6D90-47F7E99CB5F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7A41A3E3-7473-9E86-F75A-8C0B7985E65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B80AACB-F014-12C3-E3BE-5CC4B4C56D2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6BEF643-1D7D-F68F-9912-772D85E9B23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Footer Placeholder 1" hidden="1">
            <a:extLst>
              <a:ext uri="{FF2B5EF4-FFF2-40B4-BE49-F238E27FC236}">
                <a16:creationId xmlns:a16="http://schemas.microsoft.com/office/drawing/2014/main" id="{D75E1DC5-E3EB-8F28-CC30-65B82B26B09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8447503"/>
      </p:ext>
    </p:extLst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" name="Colour fiel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" name="Picture 1" descr="_img_6199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40195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28625" y="4067175"/>
            <a:ext cx="6219825" cy="147637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5700" b="0">
                <a:solidFill>
                  <a:srgbClr val="141414"/>
                </a:solidFill>
                <a:latin typeface="Inter"/>
              </a:rPr>
              <a:t>I would like to share our plan of ONE Week MOD deployment with you</a:t>
            </a:r>
          </a:p>
        </p:txBody>
      </p:sp>
      <p:sp>
        <p:nvSpPr>
          <p:cNvPr id="4" name="Cut mask"/>
          <p:cNvSpPr/>
          <p:nvPr/>
        </p:nvSpPr>
        <p:spPr>
          <a:xfrm>
            <a:off x="0" y="2371725"/>
            <a:ext cx="2752725" cy="16478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ut mask"/>
          <p:cNvSpPr/>
          <p:nvPr/>
        </p:nvSpPr>
        <p:spPr>
          <a:xfrm>
            <a:off x="2752725" y="0"/>
            <a:ext cx="390525" cy="40195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ut mask"/>
          <p:cNvSpPr/>
          <p:nvPr/>
        </p:nvSpPr>
        <p:spPr>
          <a:xfrm>
            <a:off x="3143250" y="3067050"/>
            <a:ext cx="2752725" cy="952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ut mask"/>
          <p:cNvSpPr/>
          <p:nvPr/>
        </p:nvSpPr>
        <p:spPr>
          <a:xfrm>
            <a:off x="5895975" y="0"/>
            <a:ext cx="390525" cy="40195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ut mask"/>
          <p:cNvSpPr/>
          <p:nvPr/>
        </p:nvSpPr>
        <p:spPr>
          <a:xfrm>
            <a:off x="6286500" y="4010025"/>
            <a:ext cx="275272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ut mask"/>
          <p:cNvSpPr/>
          <p:nvPr/>
        </p:nvSpPr>
        <p:spPr>
          <a:xfrm>
            <a:off x="9039225" y="0"/>
            <a:ext cx="390525" cy="40195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ut mask"/>
          <p:cNvSpPr/>
          <p:nvPr/>
        </p:nvSpPr>
        <p:spPr>
          <a:xfrm>
            <a:off x="9429750" y="3543300"/>
            <a:ext cx="2762250" cy="4762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Tagline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6550" y="6029325"/>
            <a:ext cx="1266825" cy="428625"/>
          </a:xfrm>
          <a:prstGeom prst="rect">
            <a:avLst/>
          </a:prstGeom>
        </p:spPr>
      </p:pic>
      <p:pic>
        <p:nvPicPr>
          <p:cNvPr id="11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" y="428625"/>
            <a:ext cx="771525" cy="29527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lour fiel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28625" y="209550"/>
            <a:ext cx="5505450" cy="50482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2400" b="0">
                <a:solidFill>
                  <a:srgbClr val="141414"/>
                </a:solidFill>
                <a:latin typeface="Inter"/>
              </a:rPr>
              <a:t>What we'll cover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8625" y="1066800"/>
            <a:ext cx="790575" cy="4191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1800" b="0">
                <a:solidFill>
                  <a:srgbClr val="1450F5"/>
                </a:solidFill>
                <a:latin typeface="Inter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00175" y="1104900"/>
            <a:ext cx="4533900" cy="762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1500" b="0">
                <a:solidFill>
                  <a:srgbClr val="141414"/>
                </a:solidFill>
                <a:latin typeface="Inter"/>
              </a:rPr>
              <a:t>How the work reaches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8625" y="1914525"/>
            <a:ext cx="790575" cy="4191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1800" b="0">
                <a:solidFill>
                  <a:srgbClr val="1450F5"/>
                </a:solidFill>
                <a:latin typeface="Inter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00175" y="1952625"/>
            <a:ext cx="4533900" cy="762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1500" b="0">
                <a:solidFill>
                  <a:srgbClr val="141414"/>
                </a:solidFill>
                <a:latin typeface="Inter"/>
              </a:rPr>
              <a:t>Go-live dates by market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8625" y="2762250"/>
            <a:ext cx="790575" cy="4191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1800" b="0">
                <a:solidFill>
                  <a:srgbClr val="1450F5"/>
                </a:solidFill>
                <a:latin typeface="Inter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0175" y="2800350"/>
            <a:ext cx="4533900" cy="762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1500" b="0">
                <a:solidFill>
                  <a:srgbClr val="141414"/>
                </a:solidFill>
                <a:latin typeface="Inter"/>
              </a:rPr>
              <a:t>Channels in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8625" y="3609975"/>
            <a:ext cx="790575" cy="4191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1800" b="0">
                <a:solidFill>
                  <a:srgbClr val="1450F5"/>
                </a:solidFill>
                <a:latin typeface="Inter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00175" y="3648075"/>
            <a:ext cx="4533900" cy="762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1500" b="0">
                <a:solidFill>
                  <a:srgbClr val="141414"/>
                </a:solidFill>
                <a:latin typeface="Inter"/>
              </a:rPr>
              <a:t>What is out of 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8625" y="4457700"/>
            <a:ext cx="790575" cy="4191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1800" b="0">
                <a:solidFill>
                  <a:srgbClr val="1450F5"/>
                </a:solidFill>
                <a:latin typeface="Inter"/>
              </a:rP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0175" y="4495800"/>
            <a:ext cx="4533900" cy="762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1500" b="0">
                <a:solidFill>
                  <a:srgbClr val="141414"/>
                </a:solidFill>
                <a:latin typeface="Inter"/>
              </a:rPr>
              <a:t>Practicalities</a:t>
            </a:r>
          </a:p>
        </p:txBody>
      </p:sp>
      <p:pic>
        <p:nvPicPr>
          <p:cNvPr id="3" name="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  <p:sp>
        <p:nvSpPr>
          <p:cNvPr id="15" name="Chrome footer"/>
          <p:cNvSpPr txBox="1"/>
          <p:nvPr/>
        </p:nvSpPr>
        <p:spPr>
          <a:xfrm>
            <a:off x="428625" y="6267450"/>
            <a:ext cx="4762500" cy="152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825" b="0">
                <a:solidFill>
                  <a:srgbClr val="141414"/>
                </a:solidFill>
                <a:latin typeface="KONE Information"/>
              </a:rPr>
              <a:t>21 AUGUST 2026</a:t>
            </a:r>
          </a:p>
        </p:txBody>
      </p:sp>
      <p:sp>
        <p:nvSpPr>
          <p:cNvPr id="16" name="Chrome footer"/>
          <p:cNvSpPr txBox="1"/>
          <p:nvPr/>
        </p:nvSpPr>
        <p:spPr>
          <a:xfrm>
            <a:off x="11115675" y="6267450"/>
            <a:ext cx="647700" cy="152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825" b="0">
                <a:solidFill>
                  <a:srgbClr val="141414"/>
                </a:solidFill>
                <a:latin typeface="KONE Information"/>
              </a:rPr>
              <a:t>02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Colour fiel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" name="Picture 1" descr="_img_1686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9475" y="0"/>
            <a:ext cx="4962525" cy="6858000"/>
          </a:xfrm>
          <a:prstGeom prst="rect">
            <a:avLst/>
          </a:prstGeom>
        </p:spPr>
      </p:pic>
      <p:sp>
        <p:nvSpPr>
          <p:cNvPr id="3" name="Icon cloud"/>
          <p:cNvSpPr/>
          <p:nvPr/>
        </p:nvSpPr>
        <p:spPr>
          <a:xfrm>
            <a:off x="428625" y="1840669"/>
            <a:ext cx="571500" cy="392739"/>
          </a:xfrm>
          <a:custGeom>
            <a:avLst/>
            <a:gdLst/>
            <a:ahLst/>
            <a:cxnLst/>
            <a:rect l="0" t="0" r="r" b="b"/>
            <a:pathLst>
              <a:path w="1024" h="704">
                <a:moveTo>
                  <a:pt x="1024" y="444"/>
                </a:moveTo>
                <a:cubicBezTo>
                  <a:pt x="1024" y="587"/>
                  <a:pt x="907" y="704"/>
                  <a:pt x="764" y="704"/>
                </a:cubicBezTo>
                <a:lnTo>
                  <a:pt x="260" y="704"/>
                </a:lnTo>
                <a:cubicBezTo>
                  <a:pt x="117" y="704"/>
                  <a:pt x="0" y="587"/>
                  <a:pt x="0" y="444"/>
                </a:cubicBezTo>
                <a:cubicBezTo>
                  <a:pt x="0" y="305"/>
                  <a:pt x="109" y="192"/>
                  <a:pt x="245" y="184"/>
                </a:cubicBezTo>
                <a:cubicBezTo>
                  <a:pt x="278" y="77"/>
                  <a:pt x="377" y="0"/>
                  <a:pt x="494" y="0"/>
                </a:cubicBezTo>
                <a:cubicBezTo>
                  <a:pt x="580" y="0"/>
                  <a:pt x="660" y="43"/>
                  <a:pt x="709" y="114"/>
                </a:cubicBezTo>
                <a:lnTo>
                  <a:pt x="638" y="162"/>
                </a:lnTo>
                <a:cubicBezTo>
                  <a:pt x="634" y="156"/>
                  <a:pt x="630" y="150"/>
                  <a:pt x="625" y="144"/>
                </a:cubicBezTo>
                <a:cubicBezTo>
                  <a:pt x="625" y="144"/>
                  <a:pt x="624" y="144"/>
                  <a:pt x="624" y="144"/>
                </a:cubicBezTo>
                <a:cubicBezTo>
                  <a:pt x="421" y="85"/>
                  <a:pt x="358" y="130"/>
                  <a:pt x="332" y="194"/>
                </a:cubicBezTo>
                <a:cubicBezTo>
                  <a:pt x="324" y="214"/>
                  <a:pt x="319" y="237"/>
                  <a:pt x="319" y="260"/>
                </a:cubicBezTo>
                <a:cubicBezTo>
                  <a:pt x="319" y="267"/>
                  <a:pt x="319" y="273"/>
                  <a:pt x="320" y="279"/>
                </a:cubicBezTo>
                <a:cubicBezTo>
                  <a:pt x="301" y="272"/>
                  <a:pt x="281" y="269"/>
                  <a:pt x="260" y="269"/>
                </a:cubicBezTo>
                <a:cubicBezTo>
                  <a:pt x="251" y="269"/>
                  <a:pt x="242" y="269"/>
                  <a:pt x="234" y="271"/>
                </a:cubicBezTo>
                <a:cubicBezTo>
                  <a:pt x="150" y="283"/>
                  <a:pt x="85" y="356"/>
                  <a:pt x="85" y="444"/>
                </a:cubicBezTo>
                <a:cubicBezTo>
                  <a:pt x="85" y="540"/>
                  <a:pt x="164" y="618"/>
                  <a:pt x="260" y="618"/>
                </a:cubicBezTo>
                <a:cubicBezTo>
                  <a:pt x="357" y="618"/>
                  <a:pt x="667" y="618"/>
                  <a:pt x="764" y="618"/>
                </a:cubicBezTo>
                <a:cubicBezTo>
                  <a:pt x="860" y="618"/>
                  <a:pt x="939" y="540"/>
                  <a:pt x="939" y="444"/>
                </a:cubicBezTo>
                <a:cubicBezTo>
                  <a:pt x="939" y="347"/>
                  <a:pt x="860" y="269"/>
                  <a:pt x="764" y="269"/>
                </a:cubicBezTo>
                <a:cubicBezTo>
                  <a:pt x="760" y="269"/>
                  <a:pt x="757" y="269"/>
                  <a:pt x="754" y="269"/>
                </a:cubicBezTo>
                <a:cubicBezTo>
                  <a:pt x="721" y="271"/>
                  <a:pt x="690" y="282"/>
                  <a:pt x="664" y="300"/>
                </a:cubicBezTo>
                <a:cubicBezTo>
                  <a:pt x="664" y="299"/>
                  <a:pt x="664" y="299"/>
                  <a:pt x="664" y="298"/>
                </a:cubicBezTo>
                <a:cubicBezTo>
                  <a:pt x="618" y="330"/>
                  <a:pt x="587" y="384"/>
                  <a:pt x="587" y="444"/>
                </a:cubicBezTo>
                <a:lnTo>
                  <a:pt x="501" y="444"/>
                </a:lnTo>
                <a:cubicBezTo>
                  <a:pt x="501" y="300"/>
                  <a:pt x="618" y="183"/>
                  <a:pt x="763" y="183"/>
                </a:cubicBezTo>
                <a:cubicBezTo>
                  <a:pt x="763" y="183"/>
                  <a:pt x="763" y="183"/>
                  <a:pt x="764" y="183"/>
                </a:cubicBezTo>
                <a:cubicBezTo>
                  <a:pt x="907" y="183"/>
                  <a:pt x="1024" y="300"/>
                  <a:pt x="1024" y="444"/>
                </a:cubicBezTo>
                <a:close/>
              </a:path>
            </a:pathLst>
          </a:custGeom>
          <a:solidFill>
            <a:srgbClr val="1450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Icon people"/>
          <p:cNvSpPr/>
          <p:nvPr/>
        </p:nvSpPr>
        <p:spPr>
          <a:xfrm>
            <a:off x="3324225" y="1888443"/>
            <a:ext cx="571500" cy="408645"/>
          </a:xfrm>
          <a:custGeom>
            <a:avLst/>
            <a:gdLst/>
            <a:ahLst/>
            <a:cxnLst/>
            <a:rect l="0" t="0" r="r" b="b"/>
            <a:pathLst>
              <a:path w="1024" h="732">
                <a:moveTo>
                  <a:pt x="354" y="405"/>
                </a:moveTo>
                <a:cubicBezTo>
                  <a:pt x="466" y="405"/>
                  <a:pt x="557" y="314"/>
                  <a:pt x="557" y="203"/>
                </a:cubicBezTo>
                <a:cubicBezTo>
                  <a:pt x="557" y="91"/>
                  <a:pt x="466" y="0"/>
                  <a:pt x="354" y="0"/>
                </a:cubicBezTo>
                <a:cubicBezTo>
                  <a:pt x="242" y="0"/>
                  <a:pt x="151" y="91"/>
                  <a:pt x="151" y="203"/>
                </a:cubicBezTo>
                <a:cubicBezTo>
                  <a:pt x="152" y="314"/>
                  <a:pt x="242" y="405"/>
                  <a:pt x="354" y="405"/>
                </a:cubicBezTo>
                <a:close/>
                <a:moveTo>
                  <a:pt x="354" y="85"/>
                </a:moveTo>
                <a:cubicBezTo>
                  <a:pt x="419" y="85"/>
                  <a:pt x="471" y="138"/>
                  <a:pt x="471" y="203"/>
                </a:cubicBezTo>
                <a:cubicBezTo>
                  <a:pt x="472" y="267"/>
                  <a:pt x="419" y="320"/>
                  <a:pt x="354" y="320"/>
                </a:cubicBezTo>
                <a:cubicBezTo>
                  <a:pt x="289" y="320"/>
                  <a:pt x="237" y="267"/>
                  <a:pt x="237" y="203"/>
                </a:cubicBezTo>
                <a:cubicBezTo>
                  <a:pt x="237" y="138"/>
                  <a:pt x="289" y="85"/>
                  <a:pt x="354" y="85"/>
                </a:cubicBezTo>
                <a:close/>
                <a:moveTo>
                  <a:pt x="704" y="654"/>
                </a:moveTo>
                <a:lnTo>
                  <a:pt x="704" y="732"/>
                </a:lnTo>
                <a:lnTo>
                  <a:pt x="619" y="732"/>
                </a:lnTo>
                <a:lnTo>
                  <a:pt x="619" y="654"/>
                </a:lnTo>
                <a:cubicBezTo>
                  <a:pt x="619" y="592"/>
                  <a:pt x="568" y="542"/>
                  <a:pt x="507" y="542"/>
                </a:cubicBezTo>
                <a:lnTo>
                  <a:pt x="197" y="542"/>
                </a:lnTo>
                <a:cubicBezTo>
                  <a:pt x="136" y="542"/>
                  <a:pt x="85" y="592"/>
                  <a:pt x="85" y="654"/>
                </a:cubicBezTo>
                <a:lnTo>
                  <a:pt x="85" y="723"/>
                </a:lnTo>
                <a:lnTo>
                  <a:pt x="0" y="723"/>
                </a:lnTo>
                <a:lnTo>
                  <a:pt x="0" y="654"/>
                </a:lnTo>
                <a:cubicBezTo>
                  <a:pt x="0" y="545"/>
                  <a:pt x="88" y="457"/>
                  <a:pt x="197" y="457"/>
                </a:cubicBezTo>
                <a:lnTo>
                  <a:pt x="507" y="457"/>
                </a:lnTo>
                <a:cubicBezTo>
                  <a:pt x="615" y="457"/>
                  <a:pt x="704" y="545"/>
                  <a:pt x="704" y="654"/>
                </a:cubicBezTo>
                <a:close/>
                <a:moveTo>
                  <a:pt x="769" y="373"/>
                </a:moveTo>
                <a:cubicBezTo>
                  <a:pt x="857" y="373"/>
                  <a:pt x="928" y="302"/>
                  <a:pt x="928" y="215"/>
                </a:cubicBezTo>
                <a:cubicBezTo>
                  <a:pt x="928" y="127"/>
                  <a:pt x="857" y="56"/>
                  <a:pt x="769" y="56"/>
                </a:cubicBezTo>
                <a:cubicBezTo>
                  <a:pt x="682" y="56"/>
                  <a:pt x="611" y="127"/>
                  <a:pt x="611" y="215"/>
                </a:cubicBezTo>
                <a:cubicBezTo>
                  <a:pt x="611" y="302"/>
                  <a:pt x="682" y="373"/>
                  <a:pt x="769" y="373"/>
                </a:cubicBezTo>
                <a:close/>
                <a:moveTo>
                  <a:pt x="769" y="141"/>
                </a:moveTo>
                <a:cubicBezTo>
                  <a:pt x="810" y="141"/>
                  <a:pt x="843" y="174"/>
                  <a:pt x="843" y="215"/>
                </a:cubicBezTo>
                <a:cubicBezTo>
                  <a:pt x="843" y="255"/>
                  <a:pt x="810" y="288"/>
                  <a:pt x="769" y="288"/>
                </a:cubicBezTo>
                <a:cubicBezTo>
                  <a:pt x="729" y="288"/>
                  <a:pt x="696" y="255"/>
                  <a:pt x="696" y="215"/>
                </a:cubicBezTo>
                <a:cubicBezTo>
                  <a:pt x="696" y="174"/>
                  <a:pt x="729" y="141"/>
                  <a:pt x="769" y="141"/>
                </a:cubicBezTo>
                <a:close/>
                <a:moveTo>
                  <a:pt x="1024" y="573"/>
                </a:moveTo>
                <a:lnTo>
                  <a:pt x="1024" y="636"/>
                </a:lnTo>
                <a:lnTo>
                  <a:pt x="939" y="636"/>
                </a:lnTo>
                <a:lnTo>
                  <a:pt x="939" y="573"/>
                </a:lnTo>
                <a:cubicBezTo>
                  <a:pt x="939" y="535"/>
                  <a:pt x="908" y="504"/>
                  <a:pt x="869" y="504"/>
                </a:cubicBezTo>
                <a:lnTo>
                  <a:pt x="731" y="504"/>
                </a:lnTo>
                <a:cubicBezTo>
                  <a:pt x="712" y="465"/>
                  <a:pt x="684" y="437"/>
                  <a:pt x="645" y="419"/>
                </a:cubicBezTo>
                <a:lnTo>
                  <a:pt x="731" y="419"/>
                </a:lnTo>
                <a:cubicBezTo>
                  <a:pt x="731" y="419"/>
                  <a:pt x="869" y="419"/>
                  <a:pt x="869" y="419"/>
                </a:cubicBezTo>
                <a:cubicBezTo>
                  <a:pt x="955" y="419"/>
                  <a:pt x="1024" y="488"/>
                  <a:pt x="1024" y="573"/>
                </a:cubicBezTo>
                <a:close/>
              </a:path>
            </a:pathLst>
          </a:custGeom>
          <a:solidFill>
            <a:srgbClr val="1450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Icon clock"/>
          <p:cNvSpPr/>
          <p:nvPr/>
        </p:nvSpPr>
        <p:spPr>
          <a:xfrm>
            <a:off x="440513" y="3940950"/>
            <a:ext cx="547725" cy="547725"/>
          </a:xfrm>
          <a:custGeom>
            <a:avLst/>
            <a:gdLst/>
            <a:ahLst/>
            <a:cxnLst/>
            <a:rect l="0" t="0" r="r" b="b"/>
            <a:pathLst>
              <a:path w="981" h="981">
                <a:moveTo>
                  <a:pt x="491" y="0"/>
                </a:moveTo>
                <a:cubicBezTo>
                  <a:pt x="220" y="0"/>
                  <a:pt x="0" y="220"/>
                  <a:pt x="0" y="491"/>
                </a:cubicBezTo>
                <a:cubicBezTo>
                  <a:pt x="0" y="761"/>
                  <a:pt x="220" y="981"/>
                  <a:pt x="491" y="981"/>
                </a:cubicBezTo>
                <a:cubicBezTo>
                  <a:pt x="761" y="981"/>
                  <a:pt x="981" y="761"/>
                  <a:pt x="981" y="491"/>
                </a:cubicBezTo>
                <a:cubicBezTo>
                  <a:pt x="981" y="220"/>
                  <a:pt x="761" y="0"/>
                  <a:pt x="491" y="0"/>
                </a:cubicBezTo>
                <a:close/>
                <a:moveTo>
                  <a:pt x="491" y="896"/>
                </a:moveTo>
                <a:cubicBezTo>
                  <a:pt x="267" y="896"/>
                  <a:pt x="85" y="714"/>
                  <a:pt x="85" y="491"/>
                </a:cubicBezTo>
                <a:cubicBezTo>
                  <a:pt x="85" y="267"/>
                  <a:pt x="267" y="85"/>
                  <a:pt x="491" y="85"/>
                </a:cubicBezTo>
                <a:cubicBezTo>
                  <a:pt x="714" y="85"/>
                  <a:pt x="896" y="267"/>
                  <a:pt x="896" y="491"/>
                </a:cubicBezTo>
                <a:cubicBezTo>
                  <a:pt x="896" y="714"/>
                  <a:pt x="714" y="896"/>
                  <a:pt x="491" y="896"/>
                </a:cubicBezTo>
                <a:close/>
                <a:moveTo>
                  <a:pt x="648" y="590"/>
                </a:moveTo>
                <a:cubicBezTo>
                  <a:pt x="664" y="607"/>
                  <a:pt x="664" y="633"/>
                  <a:pt x="648" y="650"/>
                </a:cubicBezTo>
                <a:cubicBezTo>
                  <a:pt x="631" y="666"/>
                  <a:pt x="605" y="666"/>
                  <a:pt x="588" y="650"/>
                </a:cubicBezTo>
                <a:cubicBezTo>
                  <a:pt x="588" y="650"/>
                  <a:pt x="460" y="523"/>
                  <a:pt x="460" y="523"/>
                </a:cubicBezTo>
                <a:cubicBezTo>
                  <a:pt x="452" y="515"/>
                  <a:pt x="448" y="504"/>
                  <a:pt x="448" y="493"/>
                </a:cubicBezTo>
                <a:lnTo>
                  <a:pt x="448" y="192"/>
                </a:lnTo>
                <a:lnTo>
                  <a:pt x="533" y="192"/>
                </a:lnTo>
                <a:lnTo>
                  <a:pt x="533" y="475"/>
                </a:lnTo>
                <a:cubicBezTo>
                  <a:pt x="533" y="475"/>
                  <a:pt x="648" y="590"/>
                  <a:pt x="648" y="590"/>
                </a:cubicBezTo>
                <a:close/>
              </a:path>
            </a:pathLst>
          </a:custGeom>
          <a:solidFill>
            <a:srgbClr val="1450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Icon wrench"/>
          <p:cNvSpPr/>
          <p:nvPr/>
        </p:nvSpPr>
        <p:spPr>
          <a:xfrm>
            <a:off x="3340298" y="3950494"/>
            <a:ext cx="542479" cy="533158"/>
          </a:xfrm>
          <a:custGeom>
            <a:avLst/>
            <a:gdLst/>
            <a:ahLst/>
            <a:cxnLst/>
            <a:rect l="0" t="0" r="r" b="b"/>
            <a:pathLst>
              <a:path w="972" h="955">
                <a:moveTo>
                  <a:pt x="971" y="319"/>
                </a:moveTo>
                <a:lnTo>
                  <a:pt x="965" y="290"/>
                </a:lnTo>
                <a:cubicBezTo>
                  <a:pt x="962" y="277"/>
                  <a:pt x="953" y="265"/>
                  <a:pt x="941" y="260"/>
                </a:cubicBezTo>
                <a:cubicBezTo>
                  <a:pt x="929" y="254"/>
                  <a:pt x="914" y="255"/>
                  <a:pt x="903" y="261"/>
                </a:cubicBezTo>
                <a:lnTo>
                  <a:pt x="720" y="362"/>
                </a:lnTo>
                <a:cubicBezTo>
                  <a:pt x="709" y="350"/>
                  <a:pt x="693" y="330"/>
                  <a:pt x="677" y="298"/>
                </a:cubicBezTo>
                <a:cubicBezTo>
                  <a:pt x="662" y="265"/>
                  <a:pt x="657" y="240"/>
                  <a:pt x="656" y="224"/>
                </a:cubicBezTo>
                <a:lnTo>
                  <a:pt x="846" y="118"/>
                </a:lnTo>
                <a:cubicBezTo>
                  <a:pt x="859" y="111"/>
                  <a:pt x="868" y="97"/>
                  <a:pt x="868" y="81"/>
                </a:cubicBezTo>
                <a:cubicBezTo>
                  <a:pt x="868" y="66"/>
                  <a:pt x="860" y="52"/>
                  <a:pt x="846" y="44"/>
                </a:cubicBezTo>
                <a:cubicBezTo>
                  <a:pt x="809" y="23"/>
                  <a:pt x="750" y="0"/>
                  <a:pt x="694" y="0"/>
                </a:cubicBezTo>
                <a:cubicBezTo>
                  <a:pt x="600" y="0"/>
                  <a:pt x="503" y="35"/>
                  <a:pt x="450" y="87"/>
                </a:cubicBezTo>
                <a:cubicBezTo>
                  <a:pt x="450" y="88"/>
                  <a:pt x="449" y="89"/>
                  <a:pt x="448" y="90"/>
                </a:cubicBezTo>
                <a:cubicBezTo>
                  <a:pt x="376" y="176"/>
                  <a:pt x="379" y="299"/>
                  <a:pt x="384" y="350"/>
                </a:cubicBezTo>
                <a:lnTo>
                  <a:pt x="42" y="692"/>
                </a:lnTo>
                <a:cubicBezTo>
                  <a:pt x="14" y="719"/>
                  <a:pt x="0" y="756"/>
                  <a:pt x="1" y="796"/>
                </a:cubicBezTo>
                <a:cubicBezTo>
                  <a:pt x="2" y="835"/>
                  <a:pt x="19" y="873"/>
                  <a:pt x="48" y="902"/>
                </a:cubicBezTo>
                <a:lnTo>
                  <a:pt x="54" y="908"/>
                </a:lnTo>
                <a:cubicBezTo>
                  <a:pt x="82" y="937"/>
                  <a:pt x="119" y="954"/>
                  <a:pt x="158" y="955"/>
                </a:cubicBezTo>
                <a:cubicBezTo>
                  <a:pt x="158" y="955"/>
                  <a:pt x="159" y="955"/>
                  <a:pt x="159" y="955"/>
                </a:cubicBezTo>
                <a:lnTo>
                  <a:pt x="165" y="955"/>
                </a:lnTo>
                <a:cubicBezTo>
                  <a:pt x="204" y="955"/>
                  <a:pt x="238" y="941"/>
                  <a:pt x="264" y="915"/>
                </a:cubicBezTo>
                <a:lnTo>
                  <a:pt x="603" y="576"/>
                </a:lnTo>
                <a:cubicBezTo>
                  <a:pt x="628" y="583"/>
                  <a:pt x="669" y="592"/>
                  <a:pt x="707" y="592"/>
                </a:cubicBezTo>
                <a:cubicBezTo>
                  <a:pt x="752" y="592"/>
                  <a:pt x="793" y="582"/>
                  <a:pt x="829" y="562"/>
                </a:cubicBezTo>
                <a:cubicBezTo>
                  <a:pt x="901" y="523"/>
                  <a:pt x="949" y="446"/>
                  <a:pt x="971" y="336"/>
                </a:cubicBezTo>
                <a:cubicBezTo>
                  <a:pt x="972" y="330"/>
                  <a:pt x="972" y="325"/>
                  <a:pt x="971" y="319"/>
                </a:cubicBezTo>
                <a:close/>
                <a:moveTo>
                  <a:pt x="788" y="488"/>
                </a:moveTo>
                <a:cubicBezTo>
                  <a:pt x="765" y="500"/>
                  <a:pt x="737" y="507"/>
                  <a:pt x="707" y="507"/>
                </a:cubicBezTo>
                <a:cubicBezTo>
                  <a:pt x="661" y="506"/>
                  <a:pt x="605" y="488"/>
                  <a:pt x="605" y="487"/>
                </a:cubicBezTo>
                <a:cubicBezTo>
                  <a:pt x="590" y="482"/>
                  <a:pt x="572" y="486"/>
                  <a:pt x="561" y="498"/>
                </a:cubicBezTo>
                <a:lnTo>
                  <a:pt x="204" y="854"/>
                </a:lnTo>
                <a:cubicBezTo>
                  <a:pt x="194" y="865"/>
                  <a:pt x="181" y="870"/>
                  <a:pt x="166" y="870"/>
                </a:cubicBezTo>
                <a:lnTo>
                  <a:pt x="161" y="870"/>
                </a:lnTo>
                <a:cubicBezTo>
                  <a:pt x="144" y="869"/>
                  <a:pt x="127" y="861"/>
                  <a:pt x="114" y="848"/>
                </a:cubicBezTo>
                <a:lnTo>
                  <a:pt x="108" y="842"/>
                </a:lnTo>
                <a:cubicBezTo>
                  <a:pt x="95" y="828"/>
                  <a:pt x="87" y="811"/>
                  <a:pt x="86" y="793"/>
                </a:cubicBezTo>
                <a:cubicBezTo>
                  <a:pt x="86" y="777"/>
                  <a:pt x="92" y="763"/>
                  <a:pt x="102" y="752"/>
                </a:cubicBezTo>
                <a:lnTo>
                  <a:pt x="459" y="395"/>
                </a:lnTo>
                <a:cubicBezTo>
                  <a:pt x="469" y="385"/>
                  <a:pt x="473" y="371"/>
                  <a:pt x="471" y="358"/>
                </a:cubicBezTo>
                <a:cubicBezTo>
                  <a:pt x="471" y="356"/>
                  <a:pt x="448" y="224"/>
                  <a:pt x="512" y="146"/>
                </a:cubicBezTo>
                <a:cubicBezTo>
                  <a:pt x="549" y="111"/>
                  <a:pt x="625" y="85"/>
                  <a:pt x="694" y="85"/>
                </a:cubicBezTo>
                <a:cubicBezTo>
                  <a:pt x="704" y="85"/>
                  <a:pt x="714" y="87"/>
                  <a:pt x="724" y="88"/>
                </a:cubicBezTo>
                <a:lnTo>
                  <a:pt x="593" y="161"/>
                </a:lnTo>
                <a:cubicBezTo>
                  <a:pt x="582" y="167"/>
                  <a:pt x="575" y="178"/>
                  <a:pt x="572" y="190"/>
                </a:cubicBezTo>
                <a:cubicBezTo>
                  <a:pt x="571" y="196"/>
                  <a:pt x="561" y="254"/>
                  <a:pt x="601" y="335"/>
                </a:cubicBezTo>
                <a:cubicBezTo>
                  <a:pt x="643" y="421"/>
                  <a:pt x="688" y="447"/>
                  <a:pt x="697" y="451"/>
                </a:cubicBezTo>
                <a:cubicBezTo>
                  <a:pt x="709" y="458"/>
                  <a:pt x="724" y="457"/>
                  <a:pt x="736" y="451"/>
                </a:cubicBezTo>
                <a:lnTo>
                  <a:pt x="872" y="375"/>
                </a:lnTo>
                <a:cubicBezTo>
                  <a:pt x="853" y="429"/>
                  <a:pt x="825" y="467"/>
                  <a:pt x="788" y="488"/>
                </a:cubicBezTo>
                <a:close/>
              </a:path>
            </a:pathLst>
          </a:custGeom>
          <a:solidFill>
            <a:srgbClr val="1450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8625" y="371475"/>
            <a:ext cx="8734425" cy="3429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1050" b="0">
                <a:solidFill>
                  <a:srgbClr val="1450F5"/>
                </a:solidFill>
                <a:latin typeface="KONE Information"/>
              </a:rPr>
              <a:t>WAYS OF WORKING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8625" y="866775"/>
            <a:ext cx="5495925" cy="990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2550" b="0">
                <a:solidFill>
                  <a:srgbClr val="141414"/>
                </a:solidFill>
                <a:latin typeface="Inter"/>
              </a:rPr>
              <a:t>How the work reaches you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8625" y="2162175"/>
            <a:ext cx="5495925" cy="382905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1200" b="0">
                <a:solidFill>
                  <a:srgbClr val="141414"/>
                </a:solidFill>
                <a:latin typeface="Inter"/>
              </a:rPr>
              <a:t>The routing does not change for this deployment. Tickets follow the same path they always do, and everything you need travels with them.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8625" y="2438400"/>
            <a:ext cx="2609850" cy="141922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1125" b="0">
                <a:solidFill>
                  <a:srgbClr val="141414"/>
                </a:solidFill>
                <a:latin typeface="Inter"/>
              </a:rPr>
              <a:t>Ajith raises the tickets in Jira, as usual.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24225" y="2438400"/>
            <a:ext cx="2609850" cy="141922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1125" b="0">
                <a:solidFill>
                  <a:srgbClr val="141414"/>
                </a:solidFill>
                <a:latin typeface="Inter"/>
              </a:rPr>
              <a:t>Each ticket is assigned to Aino for deployment.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8625" y="4572000"/>
            <a:ext cx="2609850" cy="141922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1125" b="0">
                <a:solidFill>
                  <a:srgbClr val="141414"/>
                </a:solidFill>
                <a:latin typeface="Inter"/>
              </a:rPr>
              <a:t>Media plans are ready and come with the ticket.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24225" y="4572000"/>
            <a:ext cx="2609850" cy="141922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1125" b="0">
                <a:solidFill>
                  <a:srgbClr val="141414"/>
                </a:solidFill>
                <a:latin typeface="Inter"/>
              </a:rPr>
              <a:t>Assets and links arrive in localized content Excel files.</a:t>
            </a:r>
          </a:p>
        </p:txBody>
      </p:sp>
      <p:pic>
        <p:nvPicPr>
          <p:cNvPr id="8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  <p:sp>
        <p:nvSpPr>
          <p:cNvPr id="16" name="Chrome footer"/>
          <p:cNvSpPr txBox="1"/>
          <p:nvPr/>
        </p:nvSpPr>
        <p:spPr>
          <a:xfrm>
            <a:off x="428625" y="6267450"/>
            <a:ext cx="4762500" cy="152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825" b="0">
                <a:solidFill>
                  <a:srgbClr val="141414"/>
                </a:solidFill>
                <a:latin typeface="KONE Information"/>
              </a:rPr>
              <a:t>21 AUGUST 2026</a:t>
            </a:r>
          </a:p>
        </p:txBody>
      </p:sp>
      <p:sp>
        <p:nvSpPr>
          <p:cNvPr id="17" name="Chrome footer"/>
          <p:cNvSpPr txBox="1"/>
          <p:nvPr/>
        </p:nvSpPr>
        <p:spPr>
          <a:xfrm>
            <a:off x="11115675" y="6267450"/>
            <a:ext cx="647700" cy="152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825" b="0">
                <a:solidFill>
                  <a:srgbClr val="141414"/>
                </a:solidFill>
                <a:latin typeface="KONE Information"/>
              </a:rPr>
              <a:t>03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Colour fiel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428625" y="1295400"/>
            <a:ext cx="11325225" cy="426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3000" b="0">
                <a:solidFill>
                  <a:srgbClr val="141414"/>
                </a:solidFill>
                <a:latin typeface="Inter"/>
              </a:rPr>
              <a:t>September 21 is the go-live date for the six European frontlines and India, and it is not negotiable.</a:t>
            </a:r>
          </a:p>
        </p:txBody>
      </p:sp>
      <p:pic>
        <p:nvPicPr>
          <p:cNvPr id="4" name="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4614" y="432000"/>
            <a:ext cx="773998" cy="299738"/>
          </a:xfrm>
          <a:prstGeom prst="rect">
            <a:avLst/>
          </a:prstGeom>
        </p:spPr>
      </p:pic>
      <p:sp>
        <p:nvSpPr>
          <p:cNvPr id="5" name="Chrome footer"/>
          <p:cNvSpPr txBox="1"/>
          <p:nvPr/>
        </p:nvSpPr>
        <p:spPr>
          <a:xfrm>
            <a:off x="428625" y="6267450"/>
            <a:ext cx="4762500" cy="152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825" b="0">
                <a:solidFill>
                  <a:srgbClr val="141414"/>
                </a:solidFill>
                <a:latin typeface="KONE Information"/>
              </a:rPr>
              <a:t>21 AUGUST 2026</a:t>
            </a:r>
          </a:p>
        </p:txBody>
      </p:sp>
      <p:sp>
        <p:nvSpPr>
          <p:cNvPr id="6" name="Chrome footer"/>
          <p:cNvSpPr txBox="1"/>
          <p:nvPr/>
        </p:nvSpPr>
        <p:spPr>
          <a:xfrm>
            <a:off x="11115675" y="6267450"/>
            <a:ext cx="647700" cy="152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825" b="0">
                <a:solidFill>
                  <a:srgbClr val="141414"/>
                </a:solidFill>
                <a:latin typeface="KONE Information"/>
              </a:rPr>
              <a:t>04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lour fiel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28625" y="209550"/>
            <a:ext cx="11325225" cy="990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2550" b="0">
                <a:solidFill>
                  <a:srgbClr val="141414"/>
                </a:solidFill>
                <a:latin typeface="Inter"/>
              </a:rPr>
              <a:t>Markets in this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8625" y="1504950"/>
            <a:ext cx="5505450" cy="20955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900" b="0">
                <a:solidFill>
                  <a:srgbClr val="1450F5"/>
                </a:solidFill>
                <a:latin typeface="KONE Information"/>
              </a:rPr>
              <a:t>CONFIRMED FOR SEPTEMBER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8625" y="1790700"/>
            <a:ext cx="5505450" cy="35433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lvl="0" indent="-161925" marL="145732">
              <a:spcAft>
                <a:spcPts val="594"/>
              </a:spcAft>
              <a:buClr>
                <a:srgbClr val="1450F5"/>
              </a:buClr>
              <a:buSzPct val="100000"/>
              <a:buFont typeface="Arial"/>
              <a:buChar char="•"/>
            </a:pPr>
            <a:r>
              <a:rPr sz="1275" b="0">
                <a:solidFill>
                  <a:srgbClr val="141414"/>
                </a:solidFill>
                <a:latin typeface="Inter"/>
              </a:rPr>
              <a:t>Six European frontlines</a:t>
            </a:r>
          </a:p>
          <a:p>
            <a:pPr lvl="0" indent="-161925" marL="145732">
              <a:spcAft>
                <a:spcPts val="594"/>
              </a:spcAft>
              <a:buClr>
                <a:srgbClr val="1450F5"/>
              </a:buClr>
              <a:buSzPct val="100000"/>
              <a:buFont typeface="Arial"/>
              <a:buChar char="•"/>
            </a:pPr>
            <a:r>
              <a:rPr sz="1275" b="0">
                <a:solidFill>
                  <a:srgbClr val="141414"/>
                </a:solidFill>
                <a:latin typeface="Inter"/>
              </a:rPr>
              <a:t>India</a:t>
            </a:r>
          </a:p>
          <a:p>
            <a:pPr lvl="0" indent="-161925" marL="145732">
              <a:spcAft>
                <a:spcPts val="594"/>
              </a:spcAft>
              <a:buClr>
                <a:srgbClr val="1450F5"/>
              </a:buClr>
              <a:buSzPct val="100000"/>
              <a:buFont typeface="Arial"/>
              <a:buChar char="•"/>
            </a:pPr>
            <a:r>
              <a:rPr sz="1275" b="0">
                <a:solidFill>
                  <a:srgbClr val="141414"/>
                </a:solidFill>
                <a:latin typeface="Inter"/>
              </a:rPr>
              <a:t>One shared go-live, no phased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7925" y="1504950"/>
            <a:ext cx="5505450" cy="20955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900" b="0">
                <a:solidFill>
                  <a:srgbClr val="1450F5"/>
                </a:solidFill>
                <a:latin typeface="KONE Information"/>
              </a:rPr>
              <a:t>TIMING TO BE CONFIRMED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7925" y="1790700"/>
            <a:ext cx="5505450" cy="35433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lvl="0" indent="-161925" marL="145732">
              <a:spcAft>
                <a:spcPts val="594"/>
              </a:spcAft>
              <a:buClr>
                <a:srgbClr val="1450F5"/>
              </a:buClr>
              <a:buSzPct val="100000"/>
              <a:buFont typeface="Arial"/>
              <a:buChar char="•"/>
            </a:pPr>
            <a:r>
              <a:rPr sz="1275" b="0">
                <a:solidFill>
                  <a:srgbClr val="141414"/>
                </a:solidFill>
                <a:latin typeface="Inter"/>
              </a:rPr>
              <a:t>AME (US and Canada)</a:t>
            </a:r>
          </a:p>
          <a:p>
            <a:pPr lvl="0" indent="-161925" marL="145732">
              <a:spcAft>
                <a:spcPts val="594"/>
              </a:spcAft>
              <a:buClr>
                <a:srgbClr val="1450F5"/>
              </a:buClr>
              <a:buSzPct val="100000"/>
              <a:buFont typeface="Arial"/>
              <a:buChar char="•"/>
            </a:pPr>
            <a:r>
              <a:rPr sz="1275" b="0">
                <a:solidFill>
                  <a:srgbClr val="141414"/>
                </a:solidFill>
                <a:latin typeface="Inter"/>
              </a:rPr>
              <a:t>Likely to follow slightly later</a:t>
            </a:r>
          </a:p>
          <a:p>
            <a:pPr lvl="0" indent="-161925" marL="145732">
              <a:spcAft>
                <a:spcPts val="594"/>
              </a:spcAft>
              <a:buClr>
                <a:srgbClr val="1450F5"/>
              </a:buClr>
              <a:buSzPct val="100000"/>
              <a:buFont typeface="Arial"/>
              <a:buChar char="•"/>
            </a:pPr>
            <a:r>
              <a:rPr sz="1275" b="0">
                <a:solidFill>
                  <a:srgbClr val="141414"/>
                </a:solidFill>
                <a:latin typeface="Inter"/>
              </a:rPr>
              <a:t>Date shared as soon as it is received</a:t>
            </a:r>
          </a:p>
        </p:txBody>
      </p:sp>
      <p:pic>
        <p:nvPicPr>
          <p:cNvPr id="3" name="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  <p:sp>
        <p:nvSpPr>
          <p:cNvPr id="9" name="Chrome footer"/>
          <p:cNvSpPr txBox="1"/>
          <p:nvPr/>
        </p:nvSpPr>
        <p:spPr>
          <a:xfrm>
            <a:off x="428625" y="6267450"/>
            <a:ext cx="4762500" cy="152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825" b="0">
                <a:solidFill>
                  <a:srgbClr val="141414"/>
                </a:solidFill>
                <a:latin typeface="KONE Information"/>
              </a:rPr>
              <a:t>21 AUGUST 2026</a:t>
            </a:r>
          </a:p>
        </p:txBody>
      </p:sp>
      <p:sp>
        <p:nvSpPr>
          <p:cNvPr id="10" name="Chrome footer"/>
          <p:cNvSpPr txBox="1"/>
          <p:nvPr/>
        </p:nvSpPr>
        <p:spPr>
          <a:xfrm>
            <a:off x="11115675" y="6267450"/>
            <a:ext cx="647700" cy="152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825" b="0">
                <a:solidFill>
                  <a:srgbClr val="141414"/>
                </a:solidFill>
                <a:latin typeface="KONE Information"/>
              </a:rPr>
              <a:t>05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img_183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Photo protection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141414">
                  <a:alpha val="0"/>
                </a:srgbClr>
              </a:gs>
              <a:gs pos="5000">
                <a:srgbClr val="141414">
                  <a:alpha val="0"/>
                </a:srgbClr>
              </a:gs>
              <a:gs pos="10000">
                <a:srgbClr val="141414">
                  <a:alpha val="0"/>
                </a:srgbClr>
              </a:gs>
              <a:gs pos="15000">
                <a:srgbClr val="141414">
                  <a:alpha val="0"/>
                </a:srgbClr>
              </a:gs>
              <a:gs pos="20000">
                <a:srgbClr val="141414">
                  <a:alpha val="0"/>
                </a:srgbClr>
              </a:gs>
              <a:gs pos="25000">
                <a:srgbClr val="141414">
                  <a:alpha val="0"/>
                </a:srgbClr>
              </a:gs>
              <a:gs pos="30000">
                <a:srgbClr val="141414">
                  <a:alpha val="0"/>
                </a:srgbClr>
              </a:gs>
              <a:gs pos="35000">
                <a:srgbClr val="141414">
                  <a:alpha val="0"/>
                </a:srgbClr>
              </a:gs>
              <a:gs pos="40000">
                <a:srgbClr val="141414">
                  <a:alpha val="0"/>
                </a:srgbClr>
              </a:gs>
              <a:gs pos="45000">
                <a:srgbClr val="141414">
                  <a:alpha val="0"/>
                </a:srgbClr>
              </a:gs>
              <a:gs pos="50000">
                <a:srgbClr val="141414">
                  <a:alpha val="0"/>
                </a:srgbClr>
              </a:gs>
              <a:gs pos="55000">
                <a:srgbClr val="141414">
                  <a:alpha val="0"/>
                </a:srgbClr>
              </a:gs>
              <a:gs pos="60000">
                <a:srgbClr val="141414">
                  <a:alpha val="0"/>
                </a:srgbClr>
              </a:gs>
              <a:gs pos="65000">
                <a:srgbClr val="141414">
                  <a:alpha val="32000"/>
                </a:srgbClr>
              </a:gs>
              <a:gs pos="70000">
                <a:srgbClr val="141414">
                  <a:alpha val="71000"/>
                </a:srgbClr>
              </a:gs>
              <a:gs pos="75000">
                <a:srgbClr val="141414">
                  <a:alpha val="78000"/>
                </a:srgbClr>
              </a:gs>
              <a:gs pos="80000">
                <a:srgbClr val="141414">
                  <a:alpha val="78000"/>
                </a:srgbClr>
              </a:gs>
              <a:gs pos="85000">
                <a:srgbClr val="141414">
                  <a:alpha val="78000"/>
                </a:srgbClr>
              </a:gs>
              <a:gs pos="90000">
                <a:srgbClr val="141414">
                  <a:alpha val="57000"/>
                </a:srgbClr>
              </a:gs>
              <a:gs pos="95000">
                <a:srgbClr val="141414">
                  <a:alpha val="18000"/>
                </a:srgbClr>
              </a:gs>
              <a:gs pos="100000">
                <a:srgbClr val="141414">
                  <a:alpha val="0"/>
                </a:srgbClr>
              </a:gs>
            </a:gsLst>
            <a:lin ang="5400000" scaled="0"/>
          </a:gradFill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4857750"/>
            <a:ext cx="8572500" cy="28575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1050" b="0">
                <a:solidFill>
                  <a:srgbClr val="FFFFFF"/>
                </a:solidFill>
                <a:latin typeface="KONE Information"/>
              </a:rPr>
              <a:t>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5191125"/>
            <a:ext cx="10001250" cy="8001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4050" b="0">
                <a:solidFill>
                  <a:srgbClr val="FFFFFF"/>
                </a:solidFill>
                <a:latin typeface="Inter"/>
              </a:rPr>
              <a:t>What we need you to set up</a:t>
            </a:r>
          </a:p>
        </p:txBody>
      </p:sp>
      <p:pic>
        <p:nvPicPr>
          <p:cNvPr id="6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lour fiel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28625" y="447675"/>
            <a:ext cx="8734425" cy="20955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900" b="0">
                <a:solidFill>
                  <a:srgbClr val="1450F5"/>
                </a:solidFill>
                <a:latin typeface="KONE Information"/>
              </a:rPr>
              <a:t>IN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8625" y="866775"/>
            <a:ext cx="8734425" cy="990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2550" b="0">
                <a:solidFill>
                  <a:srgbClr val="141414"/>
                </a:solidFill>
                <a:latin typeface="Inter"/>
              </a:rPr>
              <a:t>Channels you will set 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8625" y="2162175"/>
            <a:ext cx="8734425" cy="382905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lvl="0" indent="-180975" marL="162877">
              <a:spcAft>
                <a:spcPts val="665"/>
              </a:spcAft>
              <a:buClr>
                <a:srgbClr val="1450F5"/>
              </a:buClr>
              <a:buSzPct val="100000"/>
              <a:buFont typeface="Arial"/>
              <a:buChar char="•"/>
            </a:pPr>
            <a:r>
              <a:rPr sz="1425" b="0">
                <a:solidFill>
                  <a:srgbClr val="141414"/>
                </a:solidFill>
                <a:latin typeface="Inter"/>
              </a:rPr>
              <a:t>Meta</a:t>
            </a:r>
          </a:p>
          <a:p>
            <a:pPr lvl="0" indent="-180975" marL="162877">
              <a:spcAft>
                <a:spcPts val="665"/>
              </a:spcAft>
              <a:buClr>
                <a:srgbClr val="1450F5"/>
              </a:buClr>
              <a:buSzPct val="100000"/>
              <a:buFont typeface="Arial"/>
              <a:buChar char="•"/>
            </a:pPr>
            <a:r>
              <a:rPr sz="1425" b="0">
                <a:solidFill>
                  <a:srgbClr val="141414"/>
                </a:solidFill>
                <a:latin typeface="Inter"/>
              </a:rPr>
              <a:t>LinkedIn</a:t>
            </a:r>
          </a:p>
          <a:p>
            <a:pPr lvl="0" indent="-180975" marL="162877">
              <a:spcAft>
                <a:spcPts val="665"/>
              </a:spcAft>
              <a:buClr>
                <a:srgbClr val="1450F5"/>
              </a:buClr>
              <a:buSzPct val="100000"/>
              <a:buFont typeface="Arial"/>
              <a:buChar char="•"/>
            </a:pPr>
            <a:r>
              <a:rPr sz="1425" b="0">
                <a:solidFill>
                  <a:srgbClr val="141414"/>
                </a:solidFill>
                <a:latin typeface="Inter"/>
              </a:rPr>
              <a:t>YouTube</a:t>
            </a:r>
          </a:p>
          <a:p>
            <a:pPr lvl="0" indent="-180975" marL="162877">
              <a:spcAft>
                <a:spcPts val="665"/>
              </a:spcAft>
              <a:buClr>
                <a:srgbClr val="1450F5"/>
              </a:buClr>
              <a:buSzPct val="100000"/>
              <a:buFont typeface="Arial"/>
              <a:buChar char="•"/>
            </a:pPr>
            <a:r>
              <a:rPr sz="1425" b="0">
                <a:solidFill>
                  <a:srgbClr val="141414"/>
                </a:solidFill>
                <a:latin typeface="Inter"/>
              </a:rPr>
              <a:t>Spotify audio ads</a:t>
            </a:r>
          </a:p>
          <a:p>
            <a:pPr lvl="0" indent="-180975" marL="162877">
              <a:spcAft>
                <a:spcPts val="665"/>
              </a:spcAft>
              <a:buClr>
                <a:srgbClr val="1450F5"/>
              </a:buClr>
              <a:buSzPct val="100000"/>
              <a:buFont typeface="Arial"/>
              <a:buChar char="•"/>
            </a:pPr>
            <a:r>
              <a:rPr sz="1425" b="0">
                <a:solidFill>
                  <a:srgbClr val="141414"/>
                </a:solidFill>
                <a:latin typeface="Inter"/>
              </a:rPr>
              <a:t>Pmax and Search on Google Ads</a:t>
            </a:r>
          </a:p>
        </p:txBody>
      </p:sp>
      <p:pic>
        <p:nvPicPr>
          <p:cNvPr id="3" name="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  <p:sp>
        <p:nvSpPr>
          <p:cNvPr id="7" name="Chrome footer"/>
          <p:cNvSpPr txBox="1"/>
          <p:nvPr/>
        </p:nvSpPr>
        <p:spPr>
          <a:xfrm>
            <a:off x="428625" y="6267450"/>
            <a:ext cx="4762500" cy="152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825" b="0">
                <a:solidFill>
                  <a:srgbClr val="141414"/>
                </a:solidFill>
                <a:latin typeface="KONE Information"/>
              </a:rPr>
              <a:t>21 AUGUST 2026</a:t>
            </a:r>
          </a:p>
        </p:txBody>
      </p:sp>
      <p:sp>
        <p:nvSpPr>
          <p:cNvPr id="8" name="Chrome footer"/>
          <p:cNvSpPr txBox="1"/>
          <p:nvPr/>
        </p:nvSpPr>
        <p:spPr>
          <a:xfrm>
            <a:off x="11115675" y="6267450"/>
            <a:ext cx="647700" cy="152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825" b="0">
                <a:solidFill>
                  <a:srgbClr val="141414"/>
                </a:solidFill>
                <a:latin typeface="KONE Information"/>
              </a:rPr>
              <a:t>07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lour fiel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28625" y="209550"/>
            <a:ext cx="11325225" cy="42862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2400" b="0">
                <a:solidFill>
                  <a:srgbClr val="141414"/>
                </a:solidFill>
                <a:latin typeface="Inter"/>
              </a:rPr>
              <a:t>Where the channels differ by 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8625" y="1504950"/>
            <a:ext cx="3562350" cy="28575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1500" b="0">
                <a:solidFill>
                  <a:srgbClr val="141414"/>
                </a:solidFill>
                <a:latin typeface="Inter"/>
              </a:rPr>
              <a:t>YouTube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8625" y="1885950"/>
            <a:ext cx="3562350" cy="345757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1200" b="0">
                <a:solidFill>
                  <a:srgbClr val="141414"/>
                </a:solidFill>
                <a:latin typeface="Inter"/>
              </a:rPr>
              <a:t>Videos are uploaded by the frontlines and Global Comms. Local channels: DACH, Nordics, GIN. Global channel: EEM, I&amp;I, FBL, and AME if they decide to use YouTube ads.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14825" y="1504950"/>
            <a:ext cx="3562350" cy="28575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1500" b="0">
                <a:solidFill>
                  <a:srgbClr val="141414"/>
                </a:solidFill>
                <a:latin typeface="Inter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14825" y="1885950"/>
            <a:ext cx="3562350" cy="345757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1200" b="0">
                <a:solidFill>
                  <a:srgbClr val="141414"/>
                </a:solidFill>
                <a:latin typeface="Inter"/>
              </a:rPr>
              <a:t>Nordics only, so far. No other market has requested Spotify ads for this deployment.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01025" y="1504950"/>
            <a:ext cx="3562350" cy="28575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1500" b="0">
                <a:solidFill>
                  <a:srgbClr val="141414"/>
                </a:solidFill>
                <a:latin typeface="Inter"/>
              </a:rPr>
              <a:t>Google Ads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01025" y="1885950"/>
            <a:ext cx="3562350" cy="345757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1200" b="0">
                <a:solidFill>
                  <a:srgbClr val="141414"/>
                </a:solidFill>
                <a:latin typeface="Inter"/>
              </a:rPr>
              <a:t>Pmax and Search for all frontlines, except DACH, which will handle its Google Ads locally.</a:t>
            </a:r>
          </a:p>
        </p:txBody>
      </p:sp>
      <p:pic>
        <p:nvPicPr>
          <p:cNvPr id="3" name="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  <p:sp>
        <p:nvSpPr>
          <p:cNvPr id="11" name="Chrome footer"/>
          <p:cNvSpPr txBox="1"/>
          <p:nvPr/>
        </p:nvSpPr>
        <p:spPr>
          <a:xfrm>
            <a:off x="428625" y="6267450"/>
            <a:ext cx="4762500" cy="152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825" b="0">
                <a:solidFill>
                  <a:srgbClr val="141414"/>
                </a:solidFill>
                <a:latin typeface="KONE Information"/>
              </a:rPr>
              <a:t>21 AUGUST 2026</a:t>
            </a:r>
          </a:p>
        </p:txBody>
      </p:sp>
      <p:sp>
        <p:nvSpPr>
          <p:cNvPr id="12" name="Chrome footer"/>
          <p:cNvSpPr txBox="1"/>
          <p:nvPr/>
        </p:nvSpPr>
        <p:spPr>
          <a:xfrm>
            <a:off x="11115675" y="6267450"/>
            <a:ext cx="647700" cy="152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825" b="0">
                <a:solidFill>
                  <a:srgbClr val="141414"/>
                </a:solidFill>
                <a:latin typeface="KONE Information"/>
              </a:rPr>
              <a:t>08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lour fiel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28625" y="209550"/>
            <a:ext cx="3562350" cy="990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2100" b="0">
                <a:solidFill>
                  <a:srgbClr val="141414"/>
                </a:solidFill>
                <a:latin typeface="Inter"/>
              </a:rPr>
              <a:t>Out of scope for HUB and Omnicom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8625" y="1504950"/>
            <a:ext cx="3562350" cy="382905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1200" b="0">
                <a:solidFill>
                  <a:srgbClr val="141414"/>
                </a:solidFill>
                <a:latin typeface="Inter"/>
              </a:rPr>
              <a:t>Three activities sit outside this deployment. The markets run them directly with their own partners, so no tickets will come your way for them.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14825" y="1504950"/>
            <a:ext cx="7439025" cy="382905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lvl="0" indent="-171450" marL="154304">
              <a:spcAft>
                <a:spcPts val="630"/>
              </a:spcAft>
              <a:buClr>
                <a:srgbClr val="1450F5"/>
              </a:buClr>
              <a:buSzPct val="100000"/>
              <a:buFont typeface="Arial"/>
              <a:buChar char="•"/>
            </a:pPr>
            <a:r>
              <a:rPr sz="1350" b="0">
                <a:solidFill>
                  <a:srgbClr val="141414"/>
                </a:solidFill>
                <a:latin typeface="Inter"/>
              </a:rPr>
              <a:t>Outdoor displays — EUR works directly with Dwise.</a:t>
            </a:r>
          </a:p>
          <a:p>
            <a:pPr lvl="0" indent="-171450" marL="154304">
              <a:spcAft>
                <a:spcPts val="630"/>
              </a:spcAft>
              <a:buClr>
                <a:srgbClr val="1450F5"/>
              </a:buClr>
              <a:buSzPct val="100000"/>
              <a:buFont typeface="Arial"/>
              <a:buChar char="•"/>
            </a:pPr>
            <a:r>
              <a:rPr sz="1350" b="0">
                <a:solidFill>
                  <a:srgbClr val="141414"/>
                </a:solidFill>
                <a:latin typeface="Inter"/>
              </a:rPr>
              <a:t>Account based advertising — EUR works directly with Dun &amp; Bradstreet.</a:t>
            </a:r>
          </a:p>
          <a:p>
            <a:pPr lvl="0" indent="-171450" marL="154304">
              <a:spcAft>
                <a:spcPts val="630"/>
              </a:spcAft>
              <a:buClr>
                <a:srgbClr val="1450F5"/>
              </a:buClr>
              <a:buSzPct val="100000"/>
              <a:buFont typeface="Arial"/>
              <a:buChar char="•"/>
            </a:pPr>
            <a:r>
              <a:rPr sz="1350" b="0">
                <a:solidFill>
                  <a:srgbClr val="141414"/>
                </a:solidFill>
                <a:latin typeface="Inter"/>
              </a:rPr>
              <a:t>Geofencing — Nordics handles this with a local agency.</a:t>
            </a:r>
          </a:p>
        </p:txBody>
      </p:sp>
      <p:pic>
        <p:nvPicPr>
          <p:cNvPr id="3" name="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  <p:sp>
        <p:nvSpPr>
          <p:cNvPr id="7" name="Chrome footer"/>
          <p:cNvSpPr txBox="1"/>
          <p:nvPr/>
        </p:nvSpPr>
        <p:spPr>
          <a:xfrm>
            <a:off x="428625" y="6267450"/>
            <a:ext cx="4762500" cy="152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825" b="0">
                <a:solidFill>
                  <a:srgbClr val="141414"/>
                </a:solidFill>
                <a:latin typeface="KONE Information"/>
              </a:rPr>
              <a:t>21 AUGUST 2026</a:t>
            </a:r>
          </a:p>
        </p:txBody>
      </p:sp>
      <p:sp>
        <p:nvSpPr>
          <p:cNvPr id="8" name="Chrome footer"/>
          <p:cNvSpPr txBox="1"/>
          <p:nvPr/>
        </p:nvSpPr>
        <p:spPr>
          <a:xfrm>
            <a:off x="11115675" y="6267450"/>
            <a:ext cx="647700" cy="152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825" b="0">
                <a:solidFill>
                  <a:srgbClr val="141414"/>
                </a:solidFill>
                <a:latin typeface="KONE Information"/>
              </a:rPr>
              <a:t>09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lour fiel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28625" y="209550"/>
            <a:ext cx="8734425" cy="6477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2250" b="0">
                <a:solidFill>
                  <a:srgbClr val="141414"/>
                </a:solidFill>
                <a:latin typeface="Inter"/>
              </a:rPr>
              <a:t>Practicalities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8625" y="857250"/>
            <a:ext cx="8734425" cy="3429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1275" b="0">
                <a:solidFill>
                  <a:srgbClr val="141414"/>
                </a:solidFill>
                <a:latin typeface="Inter"/>
              </a:rPr>
              <a:t>Two things that change what the tickets look like this time.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8625" y="1504950"/>
            <a:ext cx="8734425" cy="382905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lvl="0" indent="-171450" marL="154304">
              <a:spcAft>
                <a:spcPts val="630"/>
              </a:spcAft>
              <a:buClr>
                <a:srgbClr val="1450F5"/>
              </a:buClr>
              <a:buSzPct val="100000"/>
              <a:buFont typeface="Arial"/>
              <a:buChar char="•"/>
            </a:pPr>
            <a:r>
              <a:rPr sz="1350" b="0">
                <a:solidFill>
                  <a:srgbClr val="141414"/>
                </a:solidFill>
                <a:latin typeface="Inter"/>
              </a:rPr>
              <a:t>Media plans are ready, so HUB will not ask you for a new one.</a:t>
            </a:r>
          </a:p>
          <a:p>
            <a:pPr lvl="0" indent="-171450" marL="154304">
              <a:spcAft>
                <a:spcPts val="630"/>
              </a:spcAft>
              <a:buClr>
                <a:srgbClr val="1450F5"/>
              </a:buClr>
              <a:buSzPct val="100000"/>
              <a:buFont typeface="Arial"/>
              <a:buChar char="•"/>
            </a:pPr>
            <a:r>
              <a:rPr sz="1350" b="0">
                <a:solidFill>
                  <a:srgbClr val="141414"/>
                </a:solidFill>
                <a:latin typeface="Inter"/>
              </a:rPr>
              <a:t>There will be no preview tool for this deployment.</a:t>
            </a:r>
          </a:p>
          <a:p>
            <a:pPr lvl="0" indent="-171450" marL="154304">
              <a:spcAft>
                <a:spcPts val="630"/>
              </a:spcAft>
              <a:buClr>
                <a:srgbClr val="1450F5"/>
              </a:buClr>
              <a:buSzPct val="100000"/>
              <a:buFont typeface="Arial"/>
              <a:buChar char="•"/>
            </a:pPr>
            <a:r>
              <a:rPr sz="1350" b="0">
                <a:solidFill>
                  <a:srgbClr val="141414"/>
                </a:solidFill>
                <a:latin typeface="Inter"/>
              </a:rPr>
              <a:t>All assets are compiled in the localized content Excel files.</a:t>
            </a:r>
          </a:p>
          <a:p>
            <a:pPr lvl="0" indent="-171450" marL="154304">
              <a:spcAft>
                <a:spcPts val="630"/>
              </a:spcAft>
              <a:buClr>
                <a:srgbClr val="1450F5"/>
              </a:buClr>
              <a:buSzPct val="100000"/>
              <a:buFont typeface="Arial"/>
              <a:buChar char="•"/>
            </a:pPr>
            <a:r>
              <a:rPr sz="1350" b="0">
                <a:solidFill>
                  <a:srgbClr val="141414"/>
                </a:solidFill>
                <a:latin typeface="Inter"/>
              </a:rPr>
              <a:t>Those files carry the URLs, including UTM parameters.</a:t>
            </a:r>
          </a:p>
          <a:p>
            <a:pPr lvl="0" indent="-171450" marL="154304">
              <a:spcAft>
                <a:spcPts val="630"/>
              </a:spcAft>
              <a:buClr>
                <a:srgbClr val="1450F5"/>
              </a:buClr>
              <a:buSzPct val="100000"/>
              <a:buFont typeface="Arial"/>
              <a:buChar char="•"/>
            </a:pPr>
            <a:r>
              <a:rPr sz="1350" b="0">
                <a:solidFill>
                  <a:srgbClr val="141414"/>
                </a:solidFill>
                <a:latin typeface="Inter"/>
              </a:rPr>
              <a:t>They also carry the DAM links to the localized assets.</a:t>
            </a:r>
          </a:p>
        </p:txBody>
      </p:sp>
      <p:pic>
        <p:nvPicPr>
          <p:cNvPr id="3" name="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  <p:sp>
        <p:nvSpPr>
          <p:cNvPr id="7" name="Chrome footer"/>
          <p:cNvSpPr txBox="1"/>
          <p:nvPr/>
        </p:nvSpPr>
        <p:spPr>
          <a:xfrm>
            <a:off x="428625" y="6267450"/>
            <a:ext cx="4762500" cy="152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825" b="0">
                <a:solidFill>
                  <a:srgbClr val="141414"/>
                </a:solidFill>
                <a:latin typeface="KONE Information"/>
              </a:rPr>
              <a:t>21 AUGUST 2026</a:t>
            </a:r>
          </a:p>
        </p:txBody>
      </p:sp>
      <p:sp>
        <p:nvSpPr>
          <p:cNvPr id="8" name="Chrome footer"/>
          <p:cNvSpPr txBox="1"/>
          <p:nvPr/>
        </p:nvSpPr>
        <p:spPr>
          <a:xfrm>
            <a:off x="11115675" y="6267450"/>
            <a:ext cx="647700" cy="152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825" b="0">
                <a:solidFill>
                  <a:srgbClr val="141414"/>
                </a:solidFill>
                <a:latin typeface="KONE Information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ONE">
  <a:themeElements>
    <a:clrScheme name="KONE">
      <a:dk1>
        <a:srgbClr val="141414"/>
      </a:dk1>
      <a:lt1>
        <a:srgbClr val="FFFFFF"/>
      </a:lt1>
      <a:dk2>
        <a:srgbClr val="1450F5"/>
      </a:dk2>
      <a:lt2>
        <a:srgbClr val="F3EEEA"/>
      </a:lt2>
      <a:accent1>
        <a:srgbClr val="1450F5"/>
      </a:accent1>
      <a:accent2>
        <a:srgbClr val="FFCDD7"/>
      </a:accent2>
      <a:accent3>
        <a:srgbClr val="FFE141"/>
      </a:accent3>
      <a:accent4>
        <a:srgbClr val="AAE1C8"/>
      </a:accent4>
      <a:accent5>
        <a:srgbClr val="D2F5FF"/>
      </a:accent5>
      <a:accent6>
        <a:srgbClr val="A1B9FB"/>
      </a:accent6>
      <a:hlink>
        <a:srgbClr val="1450F5"/>
      </a:hlink>
      <a:folHlink>
        <a:srgbClr val="141414"/>
      </a:folHlink>
    </a:clrScheme>
    <a:fontScheme name="KONE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1450F5"/>
        </a:solidFill>
        <a:ln>
          <a:solidFill>
            <a:srgbClr val="1450F5"/>
          </a:solidFill>
        </a:ln>
      </a:spPr>
      <a:bodyPr lIns="72000" tIns="36000" rIns="72000" bIns="36000" rtlCol="0" anchor="ctr"/>
      <a:lstStyle>
        <a:defPPr algn="ctr">
          <a:lnSpc>
            <a:spcPct val="110000"/>
          </a:lnSpc>
          <a:defRPr sz="14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90000" tIns="46800" rIns="90000" bIns="46800" rtlCol="0">
        <a:spAutoFit/>
      </a:bodyPr>
      <a:lstStyle>
        <a:defPPr marL="0" indent="0" algn="l" defTabSz="914400" rtl="0" eaLnBrk="1" latinLnBrk="0" hangingPunct="1">
          <a:lnSpc>
            <a:spcPct val="110000"/>
          </a:lnSpc>
          <a:spcBef>
            <a:spcPts val="300"/>
          </a:spcBef>
          <a:spcAft>
            <a:spcPts val="300"/>
          </a:spcAft>
          <a:buFontTx/>
          <a:buNone/>
          <a:defRPr sz="1400" kern="1200" dirty="0" err="1" smtClean="0">
            <a:solidFill>
              <a:schemeClr val="tx1"/>
            </a:solidFill>
            <a:latin typeface="+mn-lt"/>
            <a:ea typeface="+mn-ea"/>
            <a:cs typeface="+mn-cs"/>
          </a:defRPr>
        </a:defPPr>
      </a:lstStyle>
    </a:txDef>
  </a:objectDefaults>
  <a:extraClrSchemeLst/>
  <a:custClrLst>
    <a:custClr name="KONE Blue">
      <a:srgbClr val="1450F5"/>
    </a:custClr>
    <a:custClr name="Black">
      <a:srgbClr val="141414"/>
    </a:custClr>
    <a:custClr name="Color has no name">
      <a:srgbClr val="FFFFFF"/>
    </a:custClr>
    <a:custClr name="Sand">
      <a:srgbClr val="F3EEEA"/>
    </a:custClr>
    <a:custClr name="Yellow">
      <a:srgbClr val="FFE141"/>
    </a:custClr>
    <a:custClr name="Light Blue">
      <a:srgbClr val="D2F5FF"/>
    </a:custClr>
    <a:custClr name="Pink">
      <a:srgbClr val="FFCDD7"/>
    </a:custClr>
    <a:custClr name="Green">
      <a:srgbClr val="AAE1C8"/>
    </a:custClr>
    <a:custClr name="Color has no name">
      <a:srgbClr val="FFFFFF"/>
    </a:custClr>
    <a:custClr name="Color has no name">
      <a:srgbClr val="FFFFFF"/>
    </a:custClr>
    <a:custClr name="80% KONE Blue">
      <a:srgbClr val="4373F7"/>
    </a:custClr>
    <a:custClr name="80% Black">
      <a:srgbClr val="434343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60% KONE Blue">
      <a:srgbClr val="7296F9"/>
    </a:custClr>
    <a:custClr name="60% Black">
      <a:srgbClr val="727272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40% KONE Blue">
      <a:srgbClr val="A1B9FB"/>
    </a:custClr>
    <a:custClr name="40% Black">
      <a:srgbClr val="A1A1A1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20% KONE Blue">
      <a:srgbClr val="D0DCFD"/>
    </a:custClr>
    <a:custClr name="20% Black">
      <a:srgbClr val="D0D0D0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Red">
      <a:srgbClr val="FF5F28"/>
    </a:custClr>
    <a:custClr name="Orange">
      <a:srgbClr val="FFA023"/>
    </a:custClr>
    <a:custClr name="Green">
      <a:srgbClr val="1ED273"/>
    </a:custClr>
    <a:custClr name="Color has no name">
      <a:srgbClr val="FFFFFF"/>
    </a:custClr>
    <a:custClr name="Color has no name">
      <a:srgbClr val="FFFFFF"/>
    </a:custClr>
  </a:custClrLst>
  <a:extLst>
    <a:ext uri="{05A4C25C-085E-4340-85A3-A5531E510DB2}">
      <thm15:themeFamily xmlns:thm15="http://schemas.microsoft.com/office/thememl/2012/main" name="Kone PowerPoint template Latin.potx" id="{CFEE2599-F72A-43D7-9452-2DA2B02DCC06}" vid="{15484003-828D-4682-A724-48476F0362DF}"/>
    </a:ext>
  </a:extLst>
</a:theme>
</file>

<file path=ppt/theme/theme2.xml><?xml version="1.0" encoding="utf-8"?>
<a:theme xmlns:a="http://schemas.openxmlformats.org/drawingml/2006/main" name="Office-tema">
  <a:themeElements>
    <a:clrScheme name="KONE">
      <a:dk1>
        <a:srgbClr val="141414"/>
      </a:dk1>
      <a:lt1>
        <a:srgbClr val="FFFFFF"/>
      </a:lt1>
      <a:dk2>
        <a:srgbClr val="1450F5"/>
      </a:dk2>
      <a:lt2>
        <a:srgbClr val="F3EEEA"/>
      </a:lt2>
      <a:accent1>
        <a:srgbClr val="1450F5"/>
      </a:accent1>
      <a:accent2>
        <a:srgbClr val="FFCDD7"/>
      </a:accent2>
      <a:accent3>
        <a:srgbClr val="FFE141"/>
      </a:accent3>
      <a:accent4>
        <a:srgbClr val="AAE1C8"/>
      </a:accent4>
      <a:accent5>
        <a:srgbClr val="D2F5FF"/>
      </a:accent5>
      <a:accent6>
        <a:srgbClr val="A1B9FB"/>
      </a:accent6>
      <a:hlink>
        <a:srgbClr val="1450F5"/>
      </a:hlink>
      <a:folHlink>
        <a:srgbClr val="141414"/>
      </a:folHlink>
    </a:clrScheme>
    <a:fontScheme name="KONE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KONE Blue">
      <a:srgbClr val="1450F5"/>
    </a:custClr>
    <a:custClr name="Black">
      <a:srgbClr val="141414"/>
    </a:custClr>
    <a:custClr name="Color has no name">
      <a:srgbClr val="FFFFFF"/>
    </a:custClr>
    <a:custClr name="Sand">
      <a:srgbClr val="F3EEEA"/>
    </a:custClr>
    <a:custClr name="Yellow">
      <a:srgbClr val="FFE141"/>
    </a:custClr>
    <a:custClr name="Light Blue">
      <a:srgbClr val="D2F5FF"/>
    </a:custClr>
    <a:custClr name="Pink">
      <a:srgbClr val="FFCDD7"/>
    </a:custClr>
    <a:custClr name="Green">
      <a:srgbClr val="AAE1C8"/>
    </a:custClr>
    <a:custClr name="Color has no name">
      <a:srgbClr val="FFFFFF"/>
    </a:custClr>
    <a:custClr name="Color has no name">
      <a:srgbClr val="FFFFFF"/>
    </a:custClr>
    <a:custClr name="80% KONE Blue">
      <a:srgbClr val="4373F7"/>
    </a:custClr>
    <a:custClr name="80% Black">
      <a:srgbClr val="434343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60% KONE Blue">
      <a:srgbClr val="7296F9"/>
    </a:custClr>
    <a:custClr name="60% Black">
      <a:srgbClr val="727272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40% KONE Blue">
      <a:srgbClr val="A1B9FB"/>
    </a:custClr>
    <a:custClr name="40% Black">
      <a:srgbClr val="A1A1A1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20% KONE Blue">
      <a:srgbClr val="D0DCFD"/>
    </a:custClr>
    <a:custClr name="20% Black">
      <a:srgbClr val="D0D0D0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Red">
      <a:srgbClr val="FF5F28"/>
    </a:custClr>
    <a:custClr name="Orange">
      <a:srgbClr val="FFA023"/>
    </a:custClr>
    <a:custClr name="Green">
      <a:srgbClr val="1ED273"/>
    </a:custClr>
    <a:custClr name="Color has no name">
      <a:srgbClr val="FFFFFF"/>
    </a:custClr>
    <a:custClr name="Color has no name">
      <a:srgbClr val="FFFFFF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KONE">
      <a:dk1>
        <a:srgbClr val="141414"/>
      </a:dk1>
      <a:lt1>
        <a:srgbClr val="FFFFFF"/>
      </a:lt1>
      <a:dk2>
        <a:srgbClr val="1450F5"/>
      </a:dk2>
      <a:lt2>
        <a:srgbClr val="F3EEEA"/>
      </a:lt2>
      <a:accent1>
        <a:srgbClr val="1450F5"/>
      </a:accent1>
      <a:accent2>
        <a:srgbClr val="FFCDD7"/>
      </a:accent2>
      <a:accent3>
        <a:srgbClr val="FFE141"/>
      </a:accent3>
      <a:accent4>
        <a:srgbClr val="AAE1C8"/>
      </a:accent4>
      <a:accent5>
        <a:srgbClr val="D2F5FF"/>
      </a:accent5>
      <a:accent6>
        <a:srgbClr val="A1B9FB"/>
      </a:accent6>
      <a:hlink>
        <a:srgbClr val="1450F5"/>
      </a:hlink>
      <a:folHlink>
        <a:srgbClr val="141414"/>
      </a:folHlink>
    </a:clrScheme>
    <a:fontScheme name="KONE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KONE Blue">
      <a:srgbClr val="1450F5"/>
    </a:custClr>
    <a:custClr name="Black">
      <a:srgbClr val="141414"/>
    </a:custClr>
    <a:custClr name="Color has no name">
      <a:srgbClr val="FFFFFF"/>
    </a:custClr>
    <a:custClr name="Sand">
      <a:srgbClr val="F3EEEA"/>
    </a:custClr>
    <a:custClr name="Yellow">
      <a:srgbClr val="FFE141"/>
    </a:custClr>
    <a:custClr name="Light Blue">
      <a:srgbClr val="D2F5FF"/>
    </a:custClr>
    <a:custClr name="Pink">
      <a:srgbClr val="FFCDD7"/>
    </a:custClr>
    <a:custClr name="Green">
      <a:srgbClr val="AAE1C8"/>
    </a:custClr>
    <a:custClr name="Color has no name">
      <a:srgbClr val="FFFFFF"/>
    </a:custClr>
    <a:custClr name="Color has no name">
      <a:srgbClr val="FFFFFF"/>
    </a:custClr>
    <a:custClr name="80% KONE Blue">
      <a:srgbClr val="4373F7"/>
    </a:custClr>
    <a:custClr name="80% Black">
      <a:srgbClr val="434343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60% KONE Blue">
      <a:srgbClr val="7296F9"/>
    </a:custClr>
    <a:custClr name="60% Black">
      <a:srgbClr val="727272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40% KONE Blue">
      <a:srgbClr val="A1B9FB"/>
    </a:custClr>
    <a:custClr name="40% Black">
      <a:srgbClr val="A1A1A1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20% KONE Blue">
      <a:srgbClr val="D0DCFD"/>
    </a:custClr>
    <a:custClr name="20% Black">
      <a:srgbClr val="D0D0D0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Red">
      <a:srgbClr val="FF5F28"/>
    </a:custClr>
    <a:custClr name="Orange">
      <a:srgbClr val="FFA023"/>
    </a:custClr>
    <a:custClr name="Green">
      <a:srgbClr val="1ED273"/>
    </a:custClr>
    <a:custClr name="Color has no name">
      <a:srgbClr val="FFFFFF"/>
    </a:custClr>
    <a:custClr name="Color has no name">
      <a:srgbClr val="FFFFFF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lcf76f155ced4ddcb4097134ff3c332f xmlns="29315a3d-10f3-4290-a9ac-f9b0ff3e5f5e">
      <Terms xmlns="http://schemas.microsoft.com/office/infopath/2007/PartnerControls"/>
    </lcf76f155ced4ddcb4097134ff3c332f>
    <TaxCatchAll xmlns="31583c00-91dc-4cbc-a08d-eb44bc0cfc09" xsi:nil="true"/>
    <_ip_UnifiedCompliancePolicyProperties xmlns="http://schemas.microsoft.com/sharepoint/v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C41185E3773A142ADFF0DD3316D5858" ma:contentTypeVersion="20" ma:contentTypeDescription="Create a new document." ma:contentTypeScope="" ma:versionID="e587ae908042432edf45b3075c44b77f">
  <xsd:schema xmlns:xsd="http://www.w3.org/2001/XMLSchema" xmlns:xs="http://www.w3.org/2001/XMLSchema" xmlns:p="http://schemas.microsoft.com/office/2006/metadata/properties" xmlns:ns1="http://schemas.microsoft.com/sharepoint/v3" xmlns:ns2="29315a3d-10f3-4290-a9ac-f9b0ff3e5f5e" xmlns:ns3="5009a61c-9d0b-4b41-bb09-cf6818589286" xmlns:ns4="31583c00-91dc-4cbc-a08d-eb44bc0cfc09" targetNamespace="http://schemas.microsoft.com/office/2006/metadata/properties" ma:root="true" ma:fieldsID="b027b04da0d4c80534ee11be0b2a32bd" ns1:_="" ns2:_="" ns3:_="" ns4:_="">
    <xsd:import namespace="http://schemas.microsoft.com/sharepoint/v3"/>
    <xsd:import namespace="29315a3d-10f3-4290-a9ac-f9b0ff3e5f5e"/>
    <xsd:import namespace="5009a61c-9d0b-4b41-bb09-cf6818589286"/>
    <xsd:import namespace="31583c00-91dc-4cbc-a08d-eb44bc0cfc0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OCR" minOccurs="0"/>
                <xsd:element ref="ns1:_ip_UnifiedCompliancePolicyProperties" minOccurs="0"/>
                <xsd:element ref="ns1:_ip_UnifiedCompliancePolicyUIActio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4:TaxCatchAll" minOccurs="0"/>
                <xsd:element ref="ns2:lcf76f155ced4ddcb4097134ff3c332f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6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7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315a3d-10f3-4290-a9ac-f9b0ff3e5f5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description="" ma:internalName="MediaServiceAutoTags" ma:readOnly="true">
      <xsd:simpleType>
        <xsd:restriction base="dms:Text"/>
      </xsd:simpleType>
    </xsd:element>
    <xsd:element name="MediaServiceDateTaken" ma:index="11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Location" ma:index="14" nillable="true" ma:displayName="MediaServiceLocation" ma:internalName="MediaServiceLocation" ma:readOnly="true">
      <xsd:simpleType>
        <xsd:restriction base="dms:Text"/>
      </xsd:simpleType>
    </xsd:element>
    <xsd:element name="MediaServiceOCR" ma:index="15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2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4" nillable="true" ma:taxonomy="true" ma:internalName="lcf76f155ced4ddcb4097134ff3c332f" ma:taxonomyFieldName="MediaServiceImageTags" ma:displayName="Image Tags" ma:readOnly="false" ma:fieldId="{5cf76f15-5ced-4ddc-b409-7134ff3c332f}" ma:taxonomyMulti="true" ma:sspId="203b1389-14e1-41a5-be6c-9f77b12621c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09a61c-9d0b-4b41-bb09-cf6818589286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583c00-91dc-4cbc-a08d-eb44bc0cfc09" elementFormDefault="qualified">
    <xsd:import namespace="http://schemas.microsoft.com/office/2006/documentManagement/types"/>
    <xsd:import namespace="http://schemas.microsoft.com/office/infopath/2007/PartnerControls"/>
    <xsd:element name="TaxCatchAll" ma:index="22" nillable="true" ma:displayName="Taxonomy Catch All Column" ma:hidden="true" ma:list="{d93713ef-acc1-4ed5-a9b9-5073845a5478}" ma:internalName="TaxCatchAll" ma:showField="CatchAllData" ma:web="5009a61c-9d0b-4b41-bb09-cf681858928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BE6433A-8CD8-42D5-BCB0-2B9A1CB6E68B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29315a3d-10f3-4290-a9ac-f9b0ff3e5f5e"/>
    <ds:schemaRef ds:uri="31583c00-91dc-4cbc-a08d-eb44bc0cfc09"/>
  </ds:schemaRefs>
</ds:datastoreItem>
</file>

<file path=customXml/itemProps2.xml><?xml version="1.0" encoding="utf-8"?>
<ds:datastoreItem xmlns:ds="http://schemas.openxmlformats.org/officeDocument/2006/customXml" ds:itemID="{CEAEAE21-5629-49D5-ABA4-EC155181B3C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FAC1866-ECBC-43E4-A690-59F5D54A649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29315a3d-10f3-4290-a9ac-f9b0ff3e5f5e"/>
    <ds:schemaRef ds:uri="5009a61c-9d0b-4b41-bb09-cf6818589286"/>
    <ds:schemaRef ds:uri="31583c00-91dc-4cbc-a08d-eb44bc0cfc0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1595ec8e-1e2e-428f-9506-de1cbd0c2835}" enabled="1" method="Standard" siteId="{2bb82c64-2eb1-43f7-8862-fdc1d2333b50}" contentBits="1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KONE PowerPoint template (1)</Template>
  <TotalTime>0</TotalTime>
  <Words>834</Words>
  <Application>Microsoft Office PowerPoint</Application>
  <PresentationFormat>Widescreen</PresentationFormat>
  <Paragraphs>264</Paragraphs>
  <Slides>25</Slides>
  <Notes>0</Notes>
  <HiddenSlides>4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KONE Information</vt:lpstr>
      <vt:lpstr>Arial</vt:lpstr>
      <vt:lpstr>Inter</vt:lpstr>
      <vt:lpstr>Inter SemiBold</vt:lpstr>
      <vt:lpstr>Arial</vt:lpstr>
      <vt:lpstr>KONE</vt:lpstr>
      <vt:lpstr>Guiding principles to using  the KONE template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  <vt:lpstr>PowerPoint Presentation</vt:lpstr>
      <vt:lpstr>Timeline</vt:lpstr>
      <vt:lpstr>Timeline</vt:lpstr>
      <vt:lpstr>Roadmap</vt:lpstr>
      <vt:lpstr>Project timeline</vt:lpstr>
      <vt:lpstr>Timeline</vt:lpstr>
      <vt:lpstr>Value proposition</vt:lpstr>
      <vt:lpstr>KONE icons For more information and material: brandbook.kone.com </vt:lpstr>
      <vt:lpstr>KONE numbers</vt:lpstr>
      <vt:lpstr>KONE illustrations For more information and material: brandbook.kone.com </vt:lpstr>
      <vt:lpstr>PowerPoint Presentation</vt:lpstr>
      <vt:lpstr>KONE colors</vt:lpstr>
      <vt:lpstr>Text &amp; typography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L. Arvind</dc:creator>
  <cp:lastModifiedBy>L. Arvind</cp:lastModifiedBy>
  <cp:revision>1</cp:revision>
  <dcterms:created xsi:type="dcterms:W3CDTF">2026-07-23T02:36:03Z</dcterms:created>
  <dcterms:modified xsi:type="dcterms:W3CDTF">2026-07-23T02:36:25Z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 by">
    <vt:lpwstr>omnidocs.com</vt:lpwstr>
  </property>
  <property fmtid="{D5CDD505-2E9C-101B-9397-08002B2CF9AE}" pid="3" name="ContentTypeId">
    <vt:lpwstr>0x010100CC41185E3773A142ADFF0DD3316D5858</vt:lpwstr>
  </property>
  <property fmtid="{D5CDD505-2E9C-101B-9397-08002B2CF9AE}" pid="4" name="ClassificationContentMarkingHeaderLocations">
    <vt:lpwstr>KONE:5</vt:lpwstr>
  </property>
  <property fmtid="{D5CDD505-2E9C-101B-9397-08002B2CF9AE}" pid="5" name="ClassificationContentMarkingHeaderText">
    <vt:lpwstr>KONE Internal</vt:lpwstr>
  </property>
</Properties>
</file>