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media/image2.svg" ContentType="image/svg+xml"/>
  <Override PartName="/ppt/media/image3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01" r:id="rId15"/>
  </p:sldIdLst>
  <p:sldSz cx="12192000" cy="6858000"/>
  <p:notesSz cx="6858000" cy="9144000"/>
  <p:embeddedFontLst>
    <p:embeddedFont>
      <p:font typeface="Inter" panose="02000503000000020004" pitchFamily="2" charset="0"/>
      <p:regular r:id="rId32"/>
      <p:bold r:id="rId33"/>
      <p:italic r:id="rId34"/>
      <p:boldItalic r:id="rId35"/>
    </p:embeddedFont>
    <p:embeddedFont>
      <p:font typeface="Inter SemiBold" panose="02000503000000020004" pitchFamily="2" charset="0"/>
      <p:bold r:id="rId36"/>
    </p:embeddedFont>
    <p:embeddedFont>
      <p:font typeface="KONE Information" panose="020B0603040000020003" pitchFamily="34" charset="-79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88523" autoAdjust="0"/>
  </p:normalViewPr>
  <p:slideViewPr>
    <p:cSldViewPr snapToGrid="0" showGuides="1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852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5" Type="http://schemas.openxmlformats.org/officeDocument/2006/relationships/slide" Target="slides/slide11.xml"/><Relationship Id="rId30" Type="http://schemas.openxmlformats.org/officeDocument/2006/relationships/notesMaster" Target="notesMasters/notesMaster1.xml"/><Relationship Id="rId31" Type="http://schemas.openxmlformats.org/officeDocument/2006/relationships/handoutMaster" Target="handoutMasters/handoutMaster1.xml"/><Relationship Id="rId32" Type="http://schemas.openxmlformats.org/officeDocument/2006/relationships/font" Target="fonts/font1.fntdata"/><Relationship Id="rId33" Type="http://schemas.openxmlformats.org/officeDocument/2006/relationships/font" Target="fonts/font2.fntdata"/><Relationship Id="rId34" Type="http://schemas.openxmlformats.org/officeDocument/2006/relationships/font" Target="fonts/font3.fntdata"/><Relationship Id="rId35" Type="http://schemas.openxmlformats.org/officeDocument/2006/relationships/font" Target="fonts/font4.fntdata"/><Relationship Id="rId36" Type="http://schemas.openxmlformats.org/officeDocument/2006/relationships/font" Target="fonts/font5.fntdata"/><Relationship Id="rId37" Type="http://schemas.openxmlformats.org/officeDocument/2006/relationships/font" Target="fonts/font6.fntdata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microsoft.com/office/2018/10/relationships/authors" Target="authors.xml"/><Relationship Id="rId43" Type="http://schemas.openxmlformats.org/officeDocument/2006/relationships/slide" Target="slides/slide26.xml"/><Relationship Id="rId44" Type="http://schemas.openxmlformats.org/officeDocument/2006/relationships/slide" Target="slides/slide27.xml"/><Relationship Id="rId45" Type="http://schemas.openxmlformats.org/officeDocument/2006/relationships/slide" Target="slides/slide28.xml"/><Relationship Id="rId46" Type="http://schemas.openxmlformats.org/officeDocument/2006/relationships/slide" Target="slides/slide29.xml"/><Relationship Id="rId47" Type="http://schemas.openxmlformats.org/officeDocument/2006/relationships/slide" Target="slides/slide30.xml"/><Relationship Id="rId48" Type="http://schemas.openxmlformats.org/officeDocument/2006/relationships/slide" Target="slides/slide31.xml"/><Relationship Id="rId49" Type="http://schemas.openxmlformats.org/officeDocument/2006/relationships/slide" Target="slides/slide32.xml"/><Relationship Id="rId50" Type="http://schemas.openxmlformats.org/officeDocument/2006/relationships/slide" Target="slides/slide33.xml"/><Relationship Id="rId51" Type="http://schemas.openxmlformats.org/officeDocument/2006/relationships/slide" Target="slides/slide34.xml"/><Relationship Id="rId52" Type="http://schemas.openxmlformats.org/officeDocument/2006/relationships/slide" Target="slides/slide35.xml"/><Relationship Id="rId53" Type="http://schemas.openxmlformats.org/officeDocument/2006/relationships/slide" Target="slides/slide3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900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F922B7-12BE-4814-9BF9-CF0C92ACA324}" type="datetime1">
              <a:rPr lang="en-GB" sz="900" smtClean="0"/>
              <a:t>23/07/2026</a:t>
            </a:fld>
            <a:endParaRPr lang="en-GB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z="900" smtClean="0"/>
              <a:t>‹#›</a:t>
            </a:fld>
            <a:endParaRPr lang="en-GB" sz="9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900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/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900"/>
            </a:lvl1pPr>
          </a:lstStyle>
          <a:p>
            <a:fld id="{DA245902-357C-4DB6-A169-6A42642CA7C0}" type="datetime1">
              <a:rPr lang="en-GB" smtClean="0"/>
              <a:t>23/07/2026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900"/>
            </a:lvl1pPr>
          </a:lstStyle>
          <a:p>
            <a:endParaRPr lang="en-GB" dirty="0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/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80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81.png"/><Relationship Id="rId6" Type="http://schemas.openxmlformats.org/officeDocument/2006/relationships/image" Target="../media/image80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svg"/><Relationship Id="rId4" Type="http://schemas.openxmlformats.org/officeDocument/2006/relationships/image" Target="../media/image80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81.png"/><Relationship Id="rId5" Type="http://schemas.openxmlformats.org/officeDocument/2006/relationships/image" Target="../media/image80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2.svg"/><Relationship Id="rId4" Type="http://schemas.openxmlformats.org/officeDocument/2006/relationships/image" Target="../media/image3.svg"/><Relationship Id="rId5" Type="http://schemas.openxmlformats.org/officeDocument/2006/relationships/image" Target="../media/image81.png"/><Relationship Id="rId6" Type="http://schemas.openxmlformats.org/officeDocument/2006/relationships/image" Target="../media/image80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Relationship Id="rId3" Type="http://schemas.openxmlformats.org/officeDocument/2006/relationships/image" Target="../media/image8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81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4012756"/>
          </a:xfrm>
          <a:custGeom>
            <a:avLst/>
            <a:gdLst>
              <a:gd name="connsiteX0" fmla="*/ 9441027 w 12193200"/>
              <a:gd name="connsiteY0" fmla="*/ 0 h 4012756"/>
              <a:gd name="connsiteX1" fmla="*/ 12193200 w 12193200"/>
              <a:gd name="connsiteY1" fmla="*/ 0 h 4012756"/>
              <a:gd name="connsiteX2" fmla="*/ 12193200 w 12193200"/>
              <a:gd name="connsiteY2" fmla="*/ 3541448 h 4012756"/>
              <a:gd name="connsiteX3" fmla="*/ 9441027 w 12193200"/>
              <a:gd name="connsiteY3" fmla="*/ 3541448 h 4012756"/>
              <a:gd name="connsiteX4" fmla="*/ 6290579 w 12193200"/>
              <a:gd name="connsiteY4" fmla="*/ 0 h 4012756"/>
              <a:gd name="connsiteX5" fmla="*/ 9042751 w 12193200"/>
              <a:gd name="connsiteY5" fmla="*/ 0 h 4012756"/>
              <a:gd name="connsiteX6" fmla="*/ 9042751 w 12193200"/>
              <a:gd name="connsiteY6" fmla="*/ 4012756 h 4012756"/>
              <a:gd name="connsiteX7" fmla="*/ 6290579 w 12193200"/>
              <a:gd name="connsiteY7" fmla="*/ 4012756 h 4012756"/>
              <a:gd name="connsiteX8" fmla="*/ 3145340 w 12193200"/>
              <a:gd name="connsiteY8" fmla="*/ 0 h 4012756"/>
              <a:gd name="connsiteX9" fmla="*/ 5897513 w 12193200"/>
              <a:gd name="connsiteY9" fmla="*/ 0 h 4012756"/>
              <a:gd name="connsiteX10" fmla="*/ 5897513 w 12193200"/>
              <a:gd name="connsiteY10" fmla="*/ 3070139 h 4012756"/>
              <a:gd name="connsiteX11" fmla="*/ 3145340 w 12193200"/>
              <a:gd name="connsiteY11" fmla="*/ 3070139 h 4012756"/>
              <a:gd name="connsiteX12" fmla="*/ 0 w 12193200"/>
              <a:gd name="connsiteY12" fmla="*/ 0 h 4012756"/>
              <a:gd name="connsiteX13" fmla="*/ 2752174 w 12193200"/>
              <a:gd name="connsiteY13" fmla="*/ 0 h 4012756"/>
              <a:gd name="connsiteX14" fmla="*/ 2752174 w 12193200"/>
              <a:gd name="connsiteY14" fmla="*/ 2373009 h 4012756"/>
              <a:gd name="connsiteX15" fmla="*/ 0 w 12193200"/>
              <a:gd name="connsiteY15" fmla="*/ 237300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3200" h="4012756">
                <a:moveTo>
                  <a:pt x="9441027" y="0"/>
                </a:moveTo>
                <a:lnTo>
                  <a:pt x="12193200" y="0"/>
                </a:lnTo>
                <a:lnTo>
                  <a:pt x="12193200" y="3541448"/>
                </a:lnTo>
                <a:lnTo>
                  <a:pt x="9441027" y="3541448"/>
                </a:lnTo>
                <a:close/>
                <a:moveTo>
                  <a:pt x="6290579" y="0"/>
                </a:moveTo>
                <a:lnTo>
                  <a:pt x="9042751" y="0"/>
                </a:lnTo>
                <a:lnTo>
                  <a:pt x="9042751" y="4012756"/>
                </a:lnTo>
                <a:lnTo>
                  <a:pt x="6290579" y="4012756"/>
                </a:lnTo>
                <a:close/>
                <a:moveTo>
                  <a:pt x="3145340" y="0"/>
                </a:moveTo>
                <a:lnTo>
                  <a:pt x="5897513" y="0"/>
                </a:lnTo>
                <a:lnTo>
                  <a:pt x="5897513" y="3070139"/>
                </a:lnTo>
                <a:lnTo>
                  <a:pt x="3145340" y="3070139"/>
                </a:lnTo>
                <a:close/>
                <a:moveTo>
                  <a:pt x="0" y="0"/>
                </a:moveTo>
                <a:lnTo>
                  <a:pt x="2752174" y="0"/>
                </a:lnTo>
                <a:lnTo>
                  <a:pt x="2752174" y="2373009"/>
                </a:lnTo>
                <a:lnTo>
                  <a:pt x="0" y="237300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6300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6E56AE-F93B-3A82-4B1F-0864FE95C3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45" name="Tagline">
            <a:extLst>
              <a:ext uri="{FF2B5EF4-FFF2-40B4-BE49-F238E27FC236}">
                <a16:creationId xmlns:a16="http://schemas.microsoft.com/office/drawing/2014/main" id="{6633AAE2-0757-ABFB-DFAE-D8049C18005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86887-0250-80F2-C728-8664557D7DF1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B8677B2-F8C6-4B8C-A98C-5F2D63AC5F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08111-67B9-5864-C810-CF4871B1C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10" hidden="1">
            <a:extLst>
              <a:ext uri="{FF2B5EF4-FFF2-40B4-BE49-F238E27FC236}">
                <a16:creationId xmlns:a16="http://schemas.microsoft.com/office/drawing/2014/main" id="{621AF202-586B-42C8-D129-41F46C0170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71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3B0351BF-602B-98FD-04C1-7A5DCCB8E4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03B2A279-85BA-9C4C-C3E5-A0609D1328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F66E48D-DBFB-AD92-6073-15C3BBC633F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341312C-F179-411C-BDB3-57F19742B8B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19E3BE3-F0EB-96BA-89DD-BCA90A71AE2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10" hidden="1">
            <a:extLst>
              <a:ext uri="{FF2B5EF4-FFF2-40B4-BE49-F238E27FC236}">
                <a16:creationId xmlns:a16="http://schemas.microsoft.com/office/drawing/2014/main" id="{64BC1135-78CB-7181-0264-9AC96D5B8C0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21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4012756"/>
          </a:xfrm>
          <a:custGeom>
            <a:avLst/>
            <a:gdLst>
              <a:gd name="connsiteX0" fmla="*/ 9441027 w 12193200"/>
              <a:gd name="connsiteY0" fmla="*/ 0 h 4012756"/>
              <a:gd name="connsiteX1" fmla="*/ 12193200 w 12193200"/>
              <a:gd name="connsiteY1" fmla="*/ 0 h 4012756"/>
              <a:gd name="connsiteX2" fmla="*/ 12193200 w 12193200"/>
              <a:gd name="connsiteY2" fmla="*/ 3541448 h 4012756"/>
              <a:gd name="connsiteX3" fmla="*/ 9441027 w 12193200"/>
              <a:gd name="connsiteY3" fmla="*/ 3541448 h 4012756"/>
              <a:gd name="connsiteX4" fmla="*/ 6290579 w 12193200"/>
              <a:gd name="connsiteY4" fmla="*/ 0 h 4012756"/>
              <a:gd name="connsiteX5" fmla="*/ 9042751 w 12193200"/>
              <a:gd name="connsiteY5" fmla="*/ 0 h 4012756"/>
              <a:gd name="connsiteX6" fmla="*/ 9042751 w 12193200"/>
              <a:gd name="connsiteY6" fmla="*/ 4012756 h 4012756"/>
              <a:gd name="connsiteX7" fmla="*/ 6290579 w 12193200"/>
              <a:gd name="connsiteY7" fmla="*/ 4012756 h 4012756"/>
              <a:gd name="connsiteX8" fmla="*/ 3145340 w 12193200"/>
              <a:gd name="connsiteY8" fmla="*/ 0 h 4012756"/>
              <a:gd name="connsiteX9" fmla="*/ 5897513 w 12193200"/>
              <a:gd name="connsiteY9" fmla="*/ 0 h 4012756"/>
              <a:gd name="connsiteX10" fmla="*/ 5897513 w 12193200"/>
              <a:gd name="connsiteY10" fmla="*/ 3070139 h 4012756"/>
              <a:gd name="connsiteX11" fmla="*/ 3145340 w 12193200"/>
              <a:gd name="connsiteY11" fmla="*/ 3070139 h 4012756"/>
              <a:gd name="connsiteX12" fmla="*/ 0 w 12193200"/>
              <a:gd name="connsiteY12" fmla="*/ 0 h 4012756"/>
              <a:gd name="connsiteX13" fmla="*/ 2752174 w 12193200"/>
              <a:gd name="connsiteY13" fmla="*/ 0 h 4012756"/>
              <a:gd name="connsiteX14" fmla="*/ 2752174 w 12193200"/>
              <a:gd name="connsiteY14" fmla="*/ 2373009 h 4012756"/>
              <a:gd name="connsiteX15" fmla="*/ 0 w 12193200"/>
              <a:gd name="connsiteY15" fmla="*/ 237300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3200" h="4012756">
                <a:moveTo>
                  <a:pt x="9441027" y="0"/>
                </a:moveTo>
                <a:lnTo>
                  <a:pt x="12193200" y="0"/>
                </a:lnTo>
                <a:lnTo>
                  <a:pt x="12193200" y="3541448"/>
                </a:lnTo>
                <a:lnTo>
                  <a:pt x="9441027" y="3541448"/>
                </a:lnTo>
                <a:close/>
                <a:moveTo>
                  <a:pt x="6290579" y="0"/>
                </a:moveTo>
                <a:lnTo>
                  <a:pt x="9042751" y="0"/>
                </a:lnTo>
                <a:lnTo>
                  <a:pt x="9042751" y="4012756"/>
                </a:lnTo>
                <a:lnTo>
                  <a:pt x="6290579" y="4012756"/>
                </a:lnTo>
                <a:close/>
                <a:moveTo>
                  <a:pt x="3145340" y="0"/>
                </a:moveTo>
                <a:lnTo>
                  <a:pt x="5897513" y="0"/>
                </a:lnTo>
                <a:lnTo>
                  <a:pt x="5897513" y="3070139"/>
                </a:lnTo>
                <a:lnTo>
                  <a:pt x="3145340" y="3070139"/>
                </a:lnTo>
                <a:close/>
                <a:moveTo>
                  <a:pt x="0" y="0"/>
                </a:moveTo>
                <a:lnTo>
                  <a:pt x="2752174" y="0"/>
                </a:lnTo>
                <a:lnTo>
                  <a:pt x="2752174" y="2373009"/>
                </a:lnTo>
                <a:lnTo>
                  <a:pt x="0" y="2373009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6300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1A00F-3D79-2156-B985-55FC0726F75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EC3846C-9635-4F43-AC58-2C32B88FB8CF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4" name="Tagline">
            <a:extLst>
              <a:ext uri="{FF2B5EF4-FFF2-40B4-BE49-F238E27FC236}">
                <a16:creationId xmlns:a16="http://schemas.microsoft.com/office/drawing/2014/main" id="{A82E153D-3DA2-52C3-4E58-E1588B08C56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21E6B5-260D-D22F-CDC6-100184A9E45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51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b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0E46DDB7-75C9-F527-096E-003F036DB09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0E62AB56-683B-4F73-898B-02A0240F7996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815B9F30-A1C0-8571-7A33-D7C70DF6EB6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D4F3A3-E857-82E4-0DC4-273360C2E11C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59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4">
            <a:extLst>
              <a:ext uri="{FF2B5EF4-FFF2-40B4-BE49-F238E27FC236}">
                <a16:creationId xmlns:a16="http://schemas.microsoft.com/office/drawing/2014/main" id="{35D144F5-6F84-AA91-451A-1025B96172A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295280" y="0"/>
            <a:ext cx="5896720" cy="4644000"/>
          </a:xfrm>
          <a:custGeom>
            <a:avLst/>
            <a:gdLst>
              <a:gd name="connsiteX0" fmla="*/ 3143920 w 5896720"/>
              <a:gd name="connsiteY0" fmla="*/ 0 h 4644000"/>
              <a:gd name="connsiteX1" fmla="*/ 5896720 w 5896720"/>
              <a:gd name="connsiteY1" fmla="*/ 0 h 4644000"/>
              <a:gd name="connsiteX2" fmla="*/ 5896720 w 5896720"/>
              <a:gd name="connsiteY2" fmla="*/ 4644000 h 4644000"/>
              <a:gd name="connsiteX3" fmla="*/ 3143920 w 5896720"/>
              <a:gd name="connsiteY3" fmla="*/ 4644000 h 4644000"/>
              <a:gd name="connsiteX4" fmla="*/ 0 w 5896720"/>
              <a:gd name="connsiteY4" fmla="*/ 0 h 4644000"/>
              <a:gd name="connsiteX5" fmla="*/ 2747920 w 5896720"/>
              <a:gd name="connsiteY5" fmla="*/ 0 h 4644000"/>
              <a:gd name="connsiteX6" fmla="*/ 2747920 w 5896720"/>
              <a:gd name="connsiteY6" fmla="*/ 3536725 h 4644000"/>
              <a:gd name="connsiteX7" fmla="*/ 0 w 5896720"/>
              <a:gd name="connsiteY7" fmla="*/ 3536725 h 464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896720" h="4644000">
                <a:moveTo>
                  <a:pt x="3143920" y="0"/>
                </a:moveTo>
                <a:lnTo>
                  <a:pt x="5896720" y="0"/>
                </a:lnTo>
                <a:lnTo>
                  <a:pt x="5896720" y="4644000"/>
                </a:lnTo>
                <a:lnTo>
                  <a:pt x="3143920" y="4644000"/>
                </a:lnTo>
                <a:close/>
                <a:moveTo>
                  <a:pt x="0" y="0"/>
                </a:moveTo>
                <a:lnTo>
                  <a:pt x="2747920" y="0"/>
                </a:lnTo>
                <a:lnTo>
                  <a:pt x="2747920" y="3536725"/>
                </a:lnTo>
                <a:lnTo>
                  <a:pt x="0" y="3536725"/>
                </a:lnTo>
                <a:close/>
              </a:path>
            </a:pathLst>
          </a:custGeom>
          <a:solidFill>
            <a:srgbClr val="1450F5"/>
          </a:solidFill>
        </p:spPr>
        <p:txBody>
          <a:bodyPr wrap="square" lIns="3168000" tIns="0" anchor="ctr" anchorCtr="0">
            <a:noAutofit/>
          </a:bodyPr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to add picture</a:t>
            </a:r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0800" cy="4270200"/>
          </a:xfrm>
        </p:spPr>
        <p:txBody>
          <a:bodyPr anchor="ctr" anchorCtr="0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81F6A7-92A2-AA14-3C8B-5550669C29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C9E5B0C8-D9E9-41D2-8E25-3E96E8092C88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C4631EBB-BCCA-9772-71E0-1F1D7B401FD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2060FB-3310-98A7-57F4-78B4341F59F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1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6264000" tIns="0" anchor="ctr" anchorCtr="0">
            <a:no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32000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1295400"/>
            <a:ext cx="5500800" cy="4270200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C8B04237-93E9-2A83-D3FD-51334880D6A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762" y="5642444"/>
            <a:ext cx="5500799" cy="350369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>
                <a:solidFill>
                  <a:schemeClr val="bg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/>
            </a:lvl5pPr>
            <a:lvl6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F366ADC-C142-4C38-8B82-58BD11CFE87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46" name="Tagline Placeholder 9">
            <a:extLst>
              <a:ext uri="{FF2B5EF4-FFF2-40B4-BE49-F238E27FC236}">
                <a16:creationId xmlns:a16="http://schemas.microsoft.com/office/drawing/2014/main" id="{C92D76CC-B0DB-7004-9A7C-05178E55EC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492226" y="6035426"/>
            <a:ext cx="1268011" cy="432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59196-87BD-4F24-D4E8-88C1C61EFA19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2048400" y="6271200"/>
            <a:ext cx="3883098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667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39">
            <a:extLst>
              <a:ext uri="{FF2B5EF4-FFF2-40B4-BE49-F238E27FC236}">
                <a16:creationId xmlns:a16="http://schemas.microsoft.com/office/drawing/2014/main" id="{1F95E159-5DC6-5281-03F6-81FA3A49180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27888" y="0"/>
            <a:ext cx="4965312" cy="68616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492"/>
            <a:ext cx="5500688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432000" y="1728493"/>
            <a:ext cx="5500688" cy="4264320"/>
          </a:xfr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rgbClr val="141414"/>
              </a:buClr>
              <a:buFont typeface="+mj-lt"/>
              <a:buAutoNum type="arabicPeriod"/>
              <a:defRPr sz="2000" b="0">
                <a:solidFill>
                  <a:schemeClr val="tx1"/>
                </a:solidFill>
                <a:latin typeface="+mn-lt"/>
              </a:defRPr>
            </a:lvl1pPr>
            <a:lvl2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2pPr>
            <a:lvl3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3pPr>
            <a:lvl4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4pPr>
            <a:lvl5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5pPr>
            <a:lvl6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6pPr>
            <a:lvl7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7pPr>
            <a:lvl8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8pPr>
            <a:lvl9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</a:t>
            </a:r>
          </a:p>
          <a:p>
            <a:pPr lvl="1"/>
            <a:r>
              <a:rPr lang="en-US" noProof="0" dirty="0"/>
              <a:t>Second indent</a:t>
            </a:r>
          </a:p>
        </p:txBody>
      </p:sp>
      <p:sp>
        <p:nvSpPr>
          <p:cNvPr id="9" name="Logo Placeholder 9">
            <a:extLst>
              <a:ext uri="{FF2B5EF4-FFF2-40B4-BE49-F238E27FC236}">
                <a16:creationId xmlns:a16="http://schemas.microsoft.com/office/drawing/2014/main" id="{A8446264-65F7-50E8-101F-16D8510636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4953A64-F296-B8C4-E472-915A7AB1333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D21CF383-986D-4628-9EED-E198AC15FB0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AB1455-E7F4-13CA-4E4B-5EA74ED886E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837A55-6DFF-8810-13BD-74293F7DA73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317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20808C-A9FC-0520-80B7-E8B7B7FF5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5500688" cy="504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485AA6-92EE-46D3-8826-CF357E1A45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2000" y="1727601"/>
            <a:ext cx="792000" cy="4265212"/>
          </a:xfrm>
        </p:spPr>
        <p:txBody>
          <a:bodyPr/>
          <a:lstStyle>
            <a:lvl1pPr marL="0" indent="0">
              <a:lnSpc>
                <a:spcPts val="26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3pPr>
            <a:lvl4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4pPr>
            <a:lvl5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7pPr>
            <a:lvl8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+mn-lt"/>
              </a:defRPr>
            </a:lvl8pPr>
            <a:lvl9pPr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00:00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1401762" y="1727601"/>
            <a:ext cx="4530725" cy="4265212"/>
          </a:xfrm>
        </p:spPr>
        <p:txBody>
          <a:bodyPr/>
          <a:lstStyle>
            <a:lvl1pPr marL="0" indent="0">
              <a:lnSpc>
                <a:spcPts val="2600"/>
              </a:lnSpc>
              <a:spcBef>
                <a:spcPts val="30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8pPr>
            <a:lvl9pPr marL="0" indent="0">
              <a:lnSpc>
                <a:spcPts val="2600"/>
              </a:lnSpc>
              <a:spcBef>
                <a:spcPts val="0"/>
              </a:spcBef>
              <a:buFont typeface="Arial" panose="020B0604020202020204" pitchFamily="34" charset="0"/>
              <a:buChar char="​"/>
              <a:defRPr sz="20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point, one line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B2CF03C-775B-9CEC-DDF4-B4B4D4311685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5527606D-AF65-44AC-B6B8-D7FB28FAFEC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2419E34-5713-02D9-7C34-B1C4B3F0967A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D6353B-7C2A-6F34-3538-7EDFCB3C532C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FFC9A1BA-7221-3437-C50A-A8C3B38BB1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65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5920808C-A9FC-0520-80B7-E8B7B7FF56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9994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27D1017B-5B93-51A9-55B3-ED901BAC88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14824" y="863601"/>
            <a:ext cx="5502276" cy="5129212"/>
          </a:xfrm>
        </p:spPr>
        <p:txBody>
          <a:bodyPr/>
          <a:lstStyle>
            <a:lvl1pPr marL="360000" indent="-360000">
              <a:lnSpc>
                <a:spcPct val="110000"/>
              </a:lnSpc>
              <a:spcBef>
                <a:spcPts val="6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sz="2000" b="0">
                <a:solidFill>
                  <a:schemeClr val="tx1"/>
                </a:solidFill>
                <a:latin typeface="+mn-lt"/>
              </a:defRPr>
            </a:lvl1pPr>
            <a:lvl2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2pPr>
            <a:lvl3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3pPr>
            <a:lvl4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4pPr>
            <a:lvl5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5pPr>
            <a:lvl6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6pPr>
            <a:lvl7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7pPr>
            <a:lvl8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8pPr>
            <a:lvl9pPr marL="540000" indent="-1800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>
                <a:srgbClr val="1450F5"/>
              </a:buClr>
              <a:buFont typeface="Inter" panose="02000503000000020004" pitchFamily="2" charset="0"/>
              <a:buChar char="-"/>
              <a:defRPr sz="1600" b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noProof="0" dirty="0"/>
              <a:t>Click to add agenda point</a:t>
            </a:r>
          </a:p>
          <a:p>
            <a:pPr lvl="1"/>
            <a:r>
              <a:rPr lang="en-US" noProof="0" dirty="0"/>
              <a:t>Second indent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B3697-5A10-3954-BA5B-20BE868C8A4B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4BACF6F-EE42-438C-B9D6-4EC9BC1A039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FDB83AA-C7F5-3811-A406-CF7545F6CE45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12D356A-C127-FB33-B378-582BA8F87DD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A3B49E2-9E84-91C3-98CA-04B09D4BCD1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113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numbering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14825" y="863600"/>
            <a:ext cx="5502275" cy="5129213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366518A5-9FAA-712E-01B8-639ADF4170C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431800" y="863600"/>
            <a:ext cx="3559175" cy="5129213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8000" b="0" spc="-1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9pPr>
          </a:lstStyle>
          <a:p>
            <a:pPr lvl="0"/>
            <a:r>
              <a:rPr lang="en-US" noProof="0" dirty="0"/>
              <a:t>00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55898B-D014-FEF8-76FB-CD7EFBDBEE6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A9C7805-947D-494A-B9CE-079065BCB7FD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715F9E2-0B99-7A51-9C5E-B08CBFF6DE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FBB8A15-47A1-6043-EE6C-737565CB60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A">
    <p:bg>
      <p:bgPr>
        <a:solidFill>
          <a:srgbClr val="D2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103D94-964E-D1A3-7591-4324D5CC738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7585EFDD-1BE3-41F7-8EA3-6527C9483E0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5A3AA-D261-55B8-5B90-FA3A9497A7B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98593C1-5DDB-15C0-F22A-0D07BD09E4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3730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B">
    <p:bg>
      <p:bgPr>
        <a:solidFill>
          <a:srgbClr val="FFCDD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C858F0-1785-72FD-D321-713A598D749E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ACD8B827-E528-4113-BCCE-1033716C8A4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72296-451F-F708-169F-BE02BE9CE4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FF09D84-863D-9742-C257-72CC58075F6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62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199438" y="2099706"/>
            <a:ext cx="3204000" cy="3088800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                           paste copied ICON or NUMBER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EAFEDA-5D8F-4472-AE64-1F75A9CBEDC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8535FCDD-347F-4F43-97BE-D9AE0412B32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A8B97-07B4-4391-2950-576BB23CEC3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B5AFE99-0C7F-B5D4-26E6-721E0D4326D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3558975" cy="4265613"/>
          </a:xfrm>
        </p:spPr>
        <p:txBody>
          <a:bodyPr anchor="ctr" anchorCtr="0"/>
          <a:lstStyle>
            <a:lvl1pPr algn="l">
              <a:defRPr sz="4800" spc="-100" baseline="0">
                <a:solidFill>
                  <a:srgbClr val="141414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66C311E-92BF-5918-7732-348FEE55BA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7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2D344DD-AE58-6BDF-25A5-7C822D0629F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5286375" y="1295399"/>
            <a:ext cx="6472037" cy="4265613"/>
          </a:xfrm>
        </p:spPr>
        <p:txBody>
          <a:bodyPr/>
          <a:lstStyle>
            <a:lvl1pPr marL="0" indent="0" algn="ctr">
              <a:buNone/>
              <a:defRPr>
                <a:solidFill>
                  <a:srgbClr val="141414"/>
                </a:solidFill>
              </a:defRPr>
            </a:lvl1pPr>
            <a:lvl2pPr>
              <a:defRPr>
                <a:solidFill>
                  <a:srgbClr val="141414"/>
                </a:solidFill>
              </a:defRPr>
            </a:lvl2pPr>
            <a:lvl3pPr>
              <a:defRPr>
                <a:solidFill>
                  <a:srgbClr val="141414"/>
                </a:solidFill>
              </a:defRPr>
            </a:lvl3pPr>
            <a:lvl4pPr>
              <a:defRPr>
                <a:solidFill>
                  <a:srgbClr val="141414"/>
                </a:solidFill>
              </a:defRPr>
            </a:lvl4pPr>
            <a:lvl5pPr>
              <a:defRPr>
                <a:solidFill>
                  <a:srgbClr val="141414"/>
                </a:solidFill>
              </a:defRPr>
            </a:lvl5pPr>
          </a:lstStyle>
          <a:p>
            <a:pPr lvl="0"/>
            <a:r>
              <a:rPr lang="en-US" dirty="0"/>
              <a:t>Click frame and paste copied KONE icon or KONE illustration                        (see slides in the end of the presentation)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4436633-BBBA-0984-F2D7-081A410FDA3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402555" y="6271200"/>
            <a:ext cx="1617663" cy="180000"/>
          </a:xfrm>
        </p:spPr>
        <p:txBody>
          <a:bodyPr/>
          <a:lstStyle>
            <a:lvl1pPr>
              <a:defRPr>
                <a:solidFill>
                  <a:srgbClr val="141414"/>
                </a:solidFill>
              </a:defRPr>
            </a:lvl1pPr>
          </a:lstStyle>
          <a:p>
            <a:fld id="{C38F3DA6-9EA3-44F3-A9A6-059BE164AA0C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51C10E4-D76F-BD9C-4317-9C6E675E7D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31800" y="6271200"/>
            <a:ext cx="648499" cy="180000"/>
          </a:xfrm>
        </p:spPr>
        <p:txBody>
          <a:bodyPr/>
          <a:lstStyle>
            <a:lvl1pPr>
              <a:defRPr>
                <a:solidFill>
                  <a:srgbClr val="141414"/>
                </a:solidFill>
              </a:defRPr>
            </a:lvl1pPr>
          </a:lstStyle>
          <a:p>
            <a:pPr algn="l"/>
            <a:fld id="{23AA811B-2EBD-4900-905E-5BE206449611}" type="slidenum">
              <a:rPr lang="en-US" smtClean="0"/>
              <a:pPr algn="l"/>
              <a:t>‹#›</a:t>
            </a:fld>
            <a:endParaRPr lang="en-US" dirty="0"/>
          </a:p>
        </p:txBody>
      </p:sp>
      <p:pic>
        <p:nvPicPr>
          <p:cNvPr id="3" name="Tagline">
            <a:extLst>
              <a:ext uri="{FF2B5EF4-FFF2-40B4-BE49-F238E27FC236}">
                <a16:creationId xmlns:a16="http://schemas.microsoft.com/office/drawing/2014/main" id="{FCA395D3-4399-25BD-36DA-4C05E7B8AE0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9B074-812E-82E9-3CE3-4971846D80D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3344863" y="6271200"/>
            <a:ext cx="3559248" cy="1800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4136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(just title)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1295400"/>
            <a:ext cx="5502275" cy="4697413"/>
          </a:xfrm>
        </p:spPr>
        <p:txBody>
          <a:bodyPr anchor="ctr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Click to add title</a:t>
            </a:r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39535F61-80F7-FEAD-C0B1-B205E614A4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D3F10-785E-74E3-41C9-A32A0FCB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63C48F-08E1-40B5-8BD1-04B1C34134D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2F0BE-B639-C6FF-F3E9-5B3703A49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388309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857EBA-4629-14FF-9DD2-F34CC9467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1509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8737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8737400" cy="38326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29AC5F4-D652-D6EC-6B17-EF0CF243CD3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737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000"/>
            <a:ext cx="8737400" cy="38328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5E9BD4-4D39-2DFD-3452-2B27088E1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D071B5-4674-4B04-8EB6-0B35CE4D31EE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C40B8-E555-B912-7D74-AEFEAFE7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4719DB-0A1C-D31A-F3F3-8E4447B4E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283364F2-0EA0-234E-7BC9-E8DF25E6ADD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15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8737400" cy="647681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8737400" cy="3832613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9C0337-07D0-5912-424D-629D4C32E01E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32001" y="1511882"/>
            <a:ext cx="8736338" cy="33854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7604D4D7-44C9-D0B0-8881-4766DF7C87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6588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2"/>
            <a:ext cx="8737400" cy="584612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000"/>
            <a:ext cx="8737400" cy="3834000"/>
          </a:xfrm>
        </p:spPr>
        <p:txBody>
          <a:bodyPr rIns="0"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916BF-D868-9443-6637-6555C64D50D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E97227C-9FFB-4B5B-BA3E-BF0ACD1C8E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E7602-6F45-6880-D19A-A8C67D31F8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48401" y="6271200"/>
            <a:ext cx="711993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6D2AF04-943A-4652-F6BF-3E59FE065D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49C0337-07D0-5912-424D-629D4C32E01E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32001" y="368846"/>
            <a:ext cx="8736338" cy="338542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400" cap="all" baseline="0">
                <a:solidFill>
                  <a:srgbClr val="1450F5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2pPr>
            <a:lvl3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3pPr>
            <a:lvl4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4pPr>
            <a:lvl5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5pPr>
            <a:lvl6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6pPr>
            <a:lvl7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7pPr>
            <a:lvl8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8pPr>
            <a:lvl9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8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6745A831-2F0F-142B-7A77-7C02C4F751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715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1"/>
            <a:ext cx="113256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800" y="2160000"/>
            <a:ext cx="5500688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9514" y="2160000"/>
            <a:ext cx="5501485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FAED8-9330-4118-88BE-11A30FFD7FA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A89E774-2464-2A29-0AC6-D867370F04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113256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1" y="2160000"/>
            <a:ext cx="5500488" cy="38332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7112" y="2160000"/>
            <a:ext cx="5500488" cy="38332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Enter &amp; TAB to view next text style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BCAC6-7E1E-437B-98A1-71C04751BE3D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1487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0023AB5E-21C9-E39C-13CD-BE095656A4F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692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200"/>
            <a:ext cx="3560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60200"/>
            <a:ext cx="3560400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199"/>
            <a:ext cx="7442775" cy="3832614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Enter &amp; TAB to view next text style                                               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FCF8E-BEA5-49D6-9EEB-D2C388E49C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B4C0103B-0E28-FA6A-2D1E-C523A53A42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8876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4000"/>
            <a:ext cx="3560400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2159999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59999"/>
            <a:ext cx="7442775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                                           Enter &amp; TAB to view next text style                                                               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DC0E1-1BCD-4AEC-90FF-0EAD2019F53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F4F7B231-0338-08B1-A6A5-9318190E0F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0132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99438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B00FB025-1459-4F5A-B4E2-F32A8127E67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ADA4EA1-54A4-5AF6-6248-DB2EF68273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B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99438" y="2160000"/>
            <a:ext cx="3560400" cy="3834400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Enter &amp; TAB to view next text style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2B58FE7-8D6F-4ED8-B566-1CE1D7B7979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6C7ED62A-EDD7-D5A0-E200-80AD55665B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6039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647203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2589213" cy="3832813"/>
          </a:xfrm>
        </p:spPr>
        <p:txBody>
          <a:bodyPr/>
          <a:lstStyle>
            <a:lvl1pPr>
              <a:defRPr/>
            </a:lvl1pPr>
            <a:lvl5pPr>
              <a:defRPr/>
            </a:lvl5pPr>
            <a:lvl7pPr>
              <a:defRPr/>
            </a:lvl7pPr>
          </a:lstStyle>
          <a:p>
            <a:pPr lvl="0"/>
            <a:r>
              <a:rPr lang="en-US" noProof="0" dirty="0"/>
              <a:t>Click to add text                   Enter &amp; TAB to view next text style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227888" y="863600"/>
            <a:ext cx="4531950" cy="5129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Enter &amp; TAB to view next text style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8D5AADE4-FF53-4C7F-9CA3-5BD6767BE0B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1765F2F6-BD68-9BD6-6E5C-8BF4E698943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3401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647203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999" y="2160000"/>
            <a:ext cx="3560400" cy="38328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4825" y="2160000"/>
            <a:ext cx="2589213" cy="3832813"/>
          </a:xfrm>
        </p:spPr>
        <p:txBody>
          <a:bodyPr/>
          <a:lstStyle>
            <a:lvl1pPr>
              <a:defRPr/>
            </a:lvl1pPr>
            <a:lvl5pPr>
              <a:defRPr/>
            </a:lvl5pPr>
            <a:lvl7pPr>
              <a:defRPr/>
            </a:lvl7pPr>
          </a:lstStyle>
          <a:p>
            <a:pPr lvl="0"/>
            <a:r>
              <a:rPr lang="en-US" noProof="0" dirty="0"/>
              <a:t>Click to add text                   Enter &amp; TAB to view next text style     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7227888" y="863600"/>
            <a:ext cx="4531950" cy="5129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Enter &amp; TAB to view next text style  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noProof="0" dirty="0"/>
              <a:t>6</a:t>
            </a:r>
          </a:p>
          <a:p>
            <a:pPr lvl="6"/>
            <a:r>
              <a:rPr lang="en-US" noProof="0" dirty="0"/>
              <a:t>7</a:t>
            </a:r>
          </a:p>
          <a:p>
            <a:pPr lvl="7"/>
            <a:r>
              <a:rPr lang="en-US" noProof="0" dirty="0"/>
              <a:t>8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466B440-3458-F23C-D1CB-333665BCF095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4CAA6DB2-E736-451A-86F1-1796C238F2E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50EF31A-FE72-B054-1668-E44BDD11246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C65E58D-3360-3495-B998-8A6CB389A97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8FD27A1-FB85-F7FD-F51B-85DFBC9730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96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55029-5E8C-01A6-527F-9856D08533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0310"/>
            <a:ext cx="355917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86375" y="1296000"/>
            <a:ext cx="2589213" cy="218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86374" y="3805925"/>
            <a:ext cx="2589213" cy="21888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32000" y="2586710"/>
            <a:ext cx="3559175" cy="34080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8199438" y="1296000"/>
            <a:ext cx="3559421" cy="21888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196837" y="3805925"/>
            <a:ext cx="3560763" cy="21888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5CA437E-B9E9-6E96-C918-140C31215EC6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B6AE01A-3E9C-45AD-8FF2-AD12D426AFE0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B3FA518-74A4-049B-B657-631FB56E36E0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20149EE-DBF1-636D-84BA-A543C7D608CB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BBAFA7D-9B89-6A14-CD33-FD654EAC0C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8241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5712B-4E71-D432-07E8-176AED5BFD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413551" cy="58461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in one 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315" y="1727200"/>
            <a:ext cx="2581174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786" y="1727200"/>
            <a:ext cx="2589213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727200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56338" y="1727200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7EACEEC-FBDD-4434-C252-D718F2800E7C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93E73D4-C8CD-49C2-9B93-446187B5812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E4BEAB8-67C2-FEB2-B84D-7CA461A8C2C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F40D61E-53EF-7DF5-0A8B-5AF2168ADC11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B7C8CE4-85E1-157F-ABB7-C96BAFD1B3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868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ictures and text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8CBBC1B-7DB9-FFF8-7936-68B9FD809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8413551" cy="58461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 in one 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51315" y="1729387"/>
            <a:ext cx="2581174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70786" y="1729387"/>
            <a:ext cx="2589213" cy="4265013"/>
          </a:xfrm>
        </p:spPr>
        <p:txBody>
          <a:bodyPr anchor="b" anchorCtr="0"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729387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56338" y="1729387"/>
            <a:ext cx="2589213" cy="4265013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D84BC30-2E53-95BB-159A-27022A86E78B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5A501290-3DB8-4FBF-85FF-74D7D57F4AF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7B63327-8549-BFBC-C12F-0F2EE4CEB9F6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FBBE820-A6DC-772D-F054-F8C66D66D890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C74519A9-6173-3C01-2E63-A1EAFA6CF5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75763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4211999"/>
            <a:ext cx="3559421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4" y="4211999"/>
            <a:ext cx="3560763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9437" y="4211999"/>
            <a:ext cx="3559175" cy="178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296000"/>
            <a:ext cx="3559421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4314824" y="1296000"/>
            <a:ext cx="3560763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429DD04-EC95-7FC7-3C62-267E79BEB6E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8199437" y="1296000"/>
            <a:ext cx="3559175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464986-31E7-BAE8-CA1B-F5B4CBF5C3E6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fld id="{44FA8394-B24F-4012-8AE0-19DD34A4F40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FB38A3-76D1-5B2E-34F6-B428F29B8E9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498BB5F-632D-E279-A632-26AB519DE76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C304DF20-B93E-FE60-B633-7687AC79CC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9092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pictures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399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56799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07C6C78-AA9F-E189-5122-109D0D23B31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70174" y="4211999"/>
            <a:ext cx="2588400" cy="1780813"/>
          </a:xfrm>
        </p:spPr>
        <p:txBody>
          <a:bodyPr/>
          <a:lstStyle/>
          <a:p>
            <a:pPr lvl="0"/>
            <a:r>
              <a:rPr lang="en-US" dirty="0"/>
              <a:t>Click to add text                   Enter &amp; TAB to view next text style              SHIFT+TAB to view previous text style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32000" y="1296000"/>
            <a:ext cx="2587425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9AC831F9-9E31-D9F7-9B60-F83847A0D089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344399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0" name="Picture Placeholder 16">
            <a:extLst>
              <a:ext uri="{FF2B5EF4-FFF2-40B4-BE49-F238E27FC236}">
                <a16:creationId xmlns:a16="http://schemas.microsoft.com/office/drawing/2014/main" id="{D429DD04-EC95-7FC7-3C62-267E79BEB6EE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6256799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21" name="Picture Placeholder 16">
            <a:extLst>
              <a:ext uri="{FF2B5EF4-FFF2-40B4-BE49-F238E27FC236}">
                <a16:creationId xmlns:a16="http://schemas.microsoft.com/office/drawing/2014/main" id="{7DFC0363-CB96-D528-E468-26416AB6B48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9170174" y="1296000"/>
            <a:ext cx="2588400" cy="25884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0EDBE0F-04F9-2690-DFB4-0F6ACCF1B10C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5BCE9A6C-6F78-4866-80B7-33609228B9E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100B170-AC5D-EAC3-2320-3B4DFD1B16D0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2048400" y="6271200"/>
            <a:ext cx="80926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0C6D2885-B2E8-0040-99BE-F80685F94A0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E8106FF-3137-A6D8-75D8-87C143FB86B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3018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7227888" y="0"/>
            <a:ext cx="4964112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275"/>
            <a:ext cx="550048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275"/>
            <a:ext cx="5500488" cy="383353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                Enter &amp; TAB to view next text style                         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CD723CC-C5EC-1B89-E2EB-8AB617A6BEE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93AA36F-07E0-4F73-B4DA-843D602159D3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196B61E-4F55-158A-C4D7-E0F9A0FA89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1" y="6271200"/>
            <a:ext cx="388302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FB29ED6-1D0A-E571-379F-406766840D9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4749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90976" y="0"/>
            <a:ext cx="8201024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548094B-5847-F423-0863-6965AED232F3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7BC057B-20B4-4810-9779-357E9678FD3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8E7F373-4EF5-1B08-D6D0-2BED222C6BFD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15838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B31CAA-1E21-144C-14AA-55C00871F69D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68094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C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3990976" y="0"/>
            <a:ext cx="8201024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039726C-2352-E5B0-37A7-FDA710E1F216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05C35312-379C-4C35-8882-6BE8E17BD74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7C0C69A-09B6-92AF-CEDB-A406E55050C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1583850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BAAEE34-85CE-DB94-DFA5-A1D8E59B4939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42491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F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904038" y="0"/>
            <a:ext cx="5287961" cy="6858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5500488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159599"/>
            <a:ext cx="2587425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44865" y="2159599"/>
            <a:ext cx="2587424" cy="3833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9A0F82-1F04-1433-780D-43245296694B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26F559AB-4E19-49CB-922A-0AF5EE505EAC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197C4B-7D31-8BD7-17D6-39126FAAEFB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2048400" y="6271200"/>
            <a:ext cx="3884088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502068-5840-6383-7A3E-9105714A89EA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40354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3636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3599"/>
            <a:ext cx="2587425" cy="184792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4143598"/>
            <a:ext cx="2589213" cy="18492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5CE144D-A48B-B651-6421-2E3839D1015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D2B8BB80-B438-4D7F-B43E-241BC67D20F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9C3BBAE-C30C-E8E8-585D-15B666127ABE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F83F022-3943-A7D5-E55F-3A04F038999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000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H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D3FBAB97-30FA-5D51-9E1F-C5A8FF6479E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3636000"/>
          </a:xfrm>
          <a:solidFill>
            <a:schemeClr val="bg1">
              <a:lumMod val="85000"/>
            </a:schemeClr>
          </a:solidFill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8" name="Logo Placeholder 9">
            <a:extLst>
              <a:ext uri="{FF2B5EF4-FFF2-40B4-BE49-F238E27FC236}">
                <a16:creationId xmlns:a16="http://schemas.microsoft.com/office/drawing/2014/main" id="{7B0F4F8D-332F-4E4F-3B7F-279005585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84613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87286D-9093-3E54-2006-8C00430BE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4143599"/>
            <a:ext cx="2587425" cy="1847927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4825" y="4143598"/>
            <a:ext cx="2589213" cy="184921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4D53BCA-6A78-D761-D137-762E30CAF560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79FD7A8E-23DD-4730-951E-506AFAA97FF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6078F26-F7AC-1049-FBAA-9B6D1212425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681B75-6E63-9592-329F-10AFD1F2029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0071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bg>
      <p:bgPr>
        <a:solidFill>
          <a:srgbClr val="145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838759A4-5A07-B197-1979-E5734155B68E}"/>
              </a:ext>
            </a:extLst>
          </p:cNvPr>
          <p:cNvSpPr/>
          <p:nvPr userDrawn="1"/>
        </p:nvSpPr>
        <p:spPr>
          <a:xfrm flipH="1">
            <a:off x="3990974" y="-1"/>
            <a:ext cx="8201025" cy="6861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32000" y="863599"/>
            <a:ext cx="2587425" cy="512921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A94E8E04-B718-4B51-3AA6-9AEE559BC1D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88163" y="863599"/>
            <a:ext cx="4528937" cy="51292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                                         Enter &amp; TAB to view next text style              SHIFT+TAB to view previous text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B59FF0-6701-A7F5-CAF0-E4EBE21C980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7942A37-95FD-4159-ACCA-64050B292F4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A9796-D719-9C2D-67E1-BC101C7A273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314824" y="6271200"/>
            <a:ext cx="5502375" cy="180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B54B431-8F25-9151-AC22-F3B4A2A37BA3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Logo">
            <a:extLst>
              <a:ext uri="{FF2B5EF4-FFF2-40B4-BE49-F238E27FC236}">
                <a16:creationId xmlns:a16="http://schemas.microsoft.com/office/drawing/2014/main" id="{0434882F-14D2-116B-596C-3D34C7F539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797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8E7AA6F-BFFE-F82D-91CB-6094E875CD4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4A3C097-F404-4330-9057-E563015B653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5428E3F5-812B-765C-D40C-EE734C15C0A0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D44A73F-D508-6B1B-289D-071BDB4B5807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0F67A741-2B6F-4B01-BB70-250123AA738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7592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F192E8A4-1DC1-7E19-7A7B-1BEC88233487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32FFC3C-FBBE-4BC2-9B86-14593DA16D68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E9496A31-36AB-1CBE-E2EB-FB3E970B4F2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27C5A54F-ABA3-24FC-32D0-9A8929CE35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BC205A02-C5FA-2D02-297B-B454914D0A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13490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FFE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2D402C-E70D-F27F-FE34-428AAC7083B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CD22E539-52ED-42EF-8C4E-77642FC3892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3848934-B7CF-1F66-AC02-555B7CF7B8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923C8A0-CE7C-6457-D5BB-4B6C4B8D52BE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89B4036-DE21-F095-6304-E424DEE40A2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8279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AAE1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2000"/>
            <a:ext cx="2587425" cy="2970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B72C83F8-20AE-3E19-9A0D-7BC1312237D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02DF390B-A7F8-4DD2-9596-2249D88844A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E92BB4F-4B38-08A3-AF24-AED8916FC2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312F855-F51A-F62F-2C0E-BBA6E830676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2CB7C465-163F-71D9-5229-E5543672A3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3803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ackground">
            <a:extLst>
              <a:ext uri="{FF2B5EF4-FFF2-40B4-BE49-F238E27FC236}">
                <a16:creationId xmlns:a16="http://schemas.microsoft.com/office/drawing/2014/main" id="{2658F38F-4524-C2A0-B5BC-3CE53225A1B9}"/>
              </a:ext>
            </a:extLst>
          </p:cNvPr>
          <p:cNvSpPr/>
          <p:nvPr userDrawn="1"/>
        </p:nvSpPr>
        <p:spPr>
          <a:xfrm>
            <a:off x="4314826" y="1295400"/>
            <a:ext cx="7443788" cy="4697413"/>
          </a:xfrm>
          <a:prstGeom prst="rect">
            <a:avLst/>
          </a:prstGeom>
          <a:solidFill>
            <a:srgbClr val="D2F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dirty="0" err="1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C40001-F849-6AF2-3296-CBD468E7D0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7425" cy="986400"/>
          </a:xfrm>
        </p:spPr>
        <p:txBody>
          <a:bodyPr/>
          <a:lstStyle/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2000" y="2591999"/>
            <a:ext cx="2587425" cy="34008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             Enter &amp; TAB to view next text style              SHIFT+TAB to view previous text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856400" y="2016001"/>
            <a:ext cx="6256100" cy="3320888"/>
          </a:xfrm>
        </p:spPr>
        <p:txBody>
          <a:bodyPr/>
          <a:lstStyle>
            <a:lvl1pPr marL="0" indent="0">
              <a:buFontTx/>
              <a:buNone/>
              <a:defRPr sz="2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sz="2800" dirty="0"/>
              <a:t>”</a:t>
            </a:r>
            <a:r>
              <a:rPr lang="en-US" dirty="0"/>
              <a:t>Click to add Quotation</a:t>
            </a:r>
            <a:r>
              <a:rPr lang="en-US" sz="2800" dirty="0"/>
              <a:t>”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56401" y="5338800"/>
            <a:ext cx="6256800" cy="219600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8741B102-E610-127C-B041-7F81AE889B8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B2E2376-5A7A-40E6-88EA-759D6E2AAC1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05FD77D-59E5-67F7-D58C-B34E6ED7C70E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6746BEF-1234-B799-0E08-B0E57B3C4F4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113806DF-5A9E-9F08-C018-250920DD59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15595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(24pt) and foot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710113" cy="4318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017694-2C08-CDA5-FB30-ED9472626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E2104-CEF1-40C1-BCF2-3A0E82B7C66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0222690-853A-A5B5-6680-A5FA3302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DB6DAB-7347-72B4-71DA-C337628E3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E0DB8D2A-3840-68DF-003B-B520FE62DF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lide picture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6">
            <a:extLst>
              <a:ext uri="{FF2B5EF4-FFF2-40B4-BE49-F238E27FC236}">
                <a16:creationId xmlns:a16="http://schemas.microsoft.com/office/drawing/2014/main" id="{D11BA8F4-B1CE-D43E-C7A4-49D237FA4EE3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0"/>
            <a:ext cx="12192000" cy="6858000"/>
          </a:xfrm>
          <a:noFill/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picture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F44D272B-052B-425E-B542-2DC70D8B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82935558-B22E-4907-A0EB-8F14825EC54F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1779E54E-5372-4FD5-9BB9-A13E7931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>
            <a:extLst>
              <a:ext uri="{FF2B5EF4-FFF2-40B4-BE49-F238E27FC236}">
                <a16:creationId xmlns:a16="http://schemas.microsoft.com/office/drawing/2014/main" id="{CE22BD77-E2E9-E32A-DC7E-C1D59BCE1B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84613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3944836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slide video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EE4868A2-D799-1A78-E721-B8741B168880}"/>
              </a:ext>
            </a:extLst>
          </p:cNvPr>
          <p:cNvSpPr>
            <a:spLocks noGrp="1"/>
          </p:cNvSpPr>
          <p:nvPr>
            <p:ph type="media" sz="quarter" idx="25" hasCustomPrompt="1"/>
          </p:nvPr>
        </p:nvSpPr>
        <p:spPr>
          <a:xfrm>
            <a:off x="0" y="0"/>
            <a:ext cx="12192000" cy="6858000"/>
          </a:xfrm>
        </p:spPr>
        <p:txBody>
          <a:bodyPr tIns="576000"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media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F44D272B-052B-425E-B542-2DC70D8B59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48840A5A-F3BA-45A8-8C96-9C42C7162157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7" name="Footer Placeholder 6" hidden="1">
            <a:extLst>
              <a:ext uri="{FF2B5EF4-FFF2-40B4-BE49-F238E27FC236}">
                <a16:creationId xmlns:a16="http://schemas.microsoft.com/office/drawing/2014/main" id="{1779E54E-5372-4FD5-9BB9-A13E7931D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50DA71C2-845C-4AD9-A7C4-08E016602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Logo Placeholder 9">
            <a:extLst>
              <a:ext uri="{FF2B5EF4-FFF2-40B4-BE49-F238E27FC236}">
                <a16:creationId xmlns:a16="http://schemas.microsoft.com/office/drawing/2014/main" id="{CE22BD77-E2E9-E32A-DC7E-C1D59BCE1B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84613" y="432000"/>
            <a:ext cx="774000" cy="299738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616822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Logo">
            <a:extLst>
              <a:ext uri="{FF2B5EF4-FFF2-40B4-BE49-F238E27FC236}">
                <a16:creationId xmlns:a16="http://schemas.microsoft.com/office/drawing/2014/main" id="{6143D2DB-0BBC-FAD2-E870-1C4330C4CA4A}"/>
              </a:ext>
            </a:extLst>
          </p:cNvPr>
          <p:cNvGrpSpPr/>
          <p:nvPr userDrawn="1"/>
        </p:nvGrpSpPr>
        <p:grpSpPr bwMode="hidden">
          <a:xfrm>
            <a:off x="10984614" y="432000"/>
            <a:ext cx="773998" cy="299738"/>
            <a:chOff x="10984614" y="432000"/>
            <a:chExt cx="773998" cy="2997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94A74-A713-2963-46C6-115E3CB3656D}"/>
                </a:ext>
              </a:extLst>
            </p:cNvPr>
            <p:cNvSpPr/>
            <p:nvPr userDrawn="1"/>
          </p:nvSpPr>
          <p:spPr bwMode="hidden">
            <a:xfrm>
              <a:off x="10993660" y="442431"/>
              <a:ext cx="756986" cy="277268"/>
            </a:xfrm>
            <a:prstGeom prst="rect">
              <a:avLst/>
            </a:prstGeom>
            <a:solidFill>
              <a:srgbClr val="1450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292BFD0E-CBEB-8340-A2C6-4E50BDF81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hidden">
            <a:xfrm>
              <a:off x="10984614" y="432000"/>
              <a:ext cx="773998" cy="299738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220F1F0-F158-E8CE-BF97-A847FD8A7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9"/>
            <a:ext cx="11325600" cy="4265013"/>
          </a:xfrm>
        </p:spPr>
        <p:txBody>
          <a:bodyPr/>
          <a:lstStyle>
            <a:lvl1pPr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FEC3E-6E6B-4102-7F2D-D02DABBA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24A7A-1F63-4076-91F9-53FD512D814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4C2AC78-251C-03D3-ADF1-289B507C0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D95647F-A8D8-291E-EC18-4F5FEE3A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18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B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Logo">
            <a:extLst>
              <a:ext uri="{FF2B5EF4-FFF2-40B4-BE49-F238E27FC236}">
                <a16:creationId xmlns:a16="http://schemas.microsoft.com/office/drawing/2014/main" id="{6143D2DB-0BBC-FAD2-E870-1C4330C4CA4A}"/>
              </a:ext>
            </a:extLst>
          </p:cNvPr>
          <p:cNvGrpSpPr/>
          <p:nvPr userDrawn="1"/>
        </p:nvGrpSpPr>
        <p:grpSpPr bwMode="hidden">
          <a:xfrm>
            <a:off x="10984614" y="432000"/>
            <a:ext cx="773998" cy="299738"/>
            <a:chOff x="10984614" y="432000"/>
            <a:chExt cx="773998" cy="299738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C994A74-A713-2963-46C6-115E3CB3656D}"/>
                </a:ext>
              </a:extLst>
            </p:cNvPr>
            <p:cNvSpPr/>
            <p:nvPr userDrawn="1"/>
          </p:nvSpPr>
          <p:spPr bwMode="hidden">
            <a:xfrm>
              <a:off x="10993660" y="442431"/>
              <a:ext cx="756986" cy="277268"/>
            </a:xfrm>
            <a:prstGeom prst="rect">
              <a:avLst/>
            </a:prstGeom>
            <a:solidFill>
              <a:srgbClr val="1450F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 dirty="0" err="1"/>
            </a:p>
          </p:txBody>
        </p:sp>
        <p:pic>
          <p:nvPicPr>
            <p:cNvPr id="8" name="Logo">
              <a:extLst>
                <a:ext uri="{FF2B5EF4-FFF2-40B4-BE49-F238E27FC236}">
                  <a16:creationId xmlns:a16="http://schemas.microsoft.com/office/drawing/2014/main" id="{292BFD0E-CBEB-8340-A2C6-4E50BDF81CB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/>
          </p:blipFill>
          <p:spPr bwMode="hidden">
            <a:xfrm>
              <a:off x="10984614" y="432000"/>
              <a:ext cx="773998" cy="299738"/>
            </a:xfrm>
            <a:prstGeom prst="rect">
              <a:avLst/>
            </a:prstGeom>
          </p:spPr>
        </p:pic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6220F1F0-F158-E8CE-BF97-A847FD8A76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9861" y="876610"/>
            <a:ext cx="9385100" cy="1476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6BB329-308F-2B07-525C-A23C252C62A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9861" y="3468610"/>
            <a:ext cx="3559421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7C9EADE-506B-A4E6-ED55-A3564833E65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4" y="3468610"/>
            <a:ext cx="3560763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4469062-D008-CE4C-1CA5-EB4E87B2D90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99437" y="3468610"/>
            <a:ext cx="3559175" cy="252420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text                               Enter &amp; TAB to view next text style              SHIFT+TAB to view previous text style</a:t>
            </a:r>
          </a:p>
          <a:p>
            <a:pPr lvl="1"/>
            <a:r>
              <a:rPr lang="en-US" dirty="0"/>
              <a:t>2</a:t>
            </a:r>
          </a:p>
          <a:p>
            <a:pPr lvl="2"/>
            <a:r>
              <a:rPr lang="en-US" dirty="0"/>
              <a:t>3</a:t>
            </a:r>
          </a:p>
          <a:p>
            <a:pPr lvl="3"/>
            <a:r>
              <a:rPr lang="en-US" dirty="0"/>
              <a:t>4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6F72AC-0AEB-CD4E-C353-516E3FCCA9D0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9F085EEC-8B46-4882-BF92-91CE51B8DAD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56277EE-36AD-DEB4-1972-00F04ED2AFA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062844C-2CF7-7E8F-5231-1181389A33B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378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385100" cy="1728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455600"/>
            <a:ext cx="518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Enter &amp; TAB to view next text style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6800" y="3455600"/>
            <a:ext cx="356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BD06B-1DCC-4C16-88C1-4EC6626CBC3E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513F162A-57B9-D888-A5CF-041FD8CE395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048125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D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863600"/>
            <a:ext cx="9385100" cy="17280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455599"/>
            <a:ext cx="518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                               Enter &amp; TAB to view next text style                                     SHIFT+TAB to view previous text style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6800" y="3455599"/>
            <a:ext cx="3560400" cy="2537213"/>
          </a:xfrm>
        </p:spPr>
        <p:txBody>
          <a:bodyPr/>
          <a:lstStyle>
            <a:lvl1pPr>
              <a:defRPr/>
            </a:lvl1pPr>
            <a:lvl5pPr>
              <a:defRPr/>
            </a:lvl5pPr>
          </a:lstStyle>
          <a:p>
            <a:pPr lvl="0"/>
            <a:r>
              <a:rPr lang="en-US" noProof="0" dirty="0"/>
              <a:t>Click to add text                                 Enter &amp; TAB to view next text style       SHIFT+TAB to view previous text style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931AF2F-9DAA-B62C-4FD4-F4C9743C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0292E-454A-44B9-B98A-0C5DB9528EB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2745B97-C128-A763-F7C6-47AC50A6E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EE97C30-0CD9-55CE-45C7-0000B8B57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3DB60543-B803-CAF9-C1DF-4D6D7E01852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41455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6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frame and insert dark picture, so white logo and text will be visible, using the Insert tab, Pictures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986237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2000" y="863600"/>
            <a:ext cx="6796800" cy="5129600"/>
          </a:xfrm>
        </p:spPr>
        <p:txBody>
          <a:bodyPr anchor="t" anchorCtr="0"/>
          <a:lstStyle>
            <a:lvl1pPr algn="l">
              <a:defRPr sz="40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2DBFADF-4444-E2FC-E3FF-E9B2ECB7AD8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CA442F38-8BB2-416E-BDE1-AB8FAEA17FE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5E8EE1C-6D15-587A-A622-BB0B18DC721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B7DF0F1-8851-4B1B-E69E-B4481A1B8F1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2905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F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3EC2906D-C91C-4D55-616A-0E01E668DAF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36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on frame and insert dark picture, so white logo and text will be visible, using the Insert tab, Pictures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431999" y="863600"/>
            <a:ext cx="3558975" cy="5129600"/>
          </a:xfrm>
        </p:spPr>
        <p:txBody>
          <a:bodyPr anchor="t" anchorCtr="0"/>
          <a:lstStyle>
            <a:lvl1pPr algn="l">
              <a:defRPr sz="48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F3C9C3D8-A7D7-6E84-425A-13F9C95191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9169400" y="1295400"/>
            <a:ext cx="2590836" cy="4697413"/>
          </a:xfrm>
        </p:spPr>
        <p:txBody>
          <a:bodyPr anchor="b" anchorCtr="0"/>
          <a:lstStyle>
            <a:lvl1pPr marL="0" indent="0">
              <a:buFont typeface="Arial" panose="020B0604020202020204" pitchFamily="34" charset="0"/>
              <a:buChar char="​"/>
              <a:defRPr sz="11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986237" y="432000"/>
            <a:ext cx="774000" cy="299738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 dirty="0"/>
              <a:t>.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0BF9C2E-764D-C8D3-307E-2C7C64065EAB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A7DE763E-B74F-488B-BD1C-A2D102E33016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D62BE8BE-C5DA-2CFD-3512-1EAB58C26B1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270450-3A7E-0E81-5655-8CBB2BDC239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0578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or 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1295400"/>
            <a:ext cx="2587425" cy="1041400"/>
          </a:xfrm>
        </p:spPr>
        <p:txBody>
          <a:bodyPr anchor="t" anchorCtr="0"/>
          <a:lstStyle>
            <a:lvl1pPr algn="l">
              <a:defRPr sz="3200" spc="-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title, 2 lines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68C4A23D-C069-B4C3-BEC4-4F4A5F7B4AF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6167" y="1295400"/>
            <a:ext cx="6470896" cy="4265613"/>
          </a:xfrm>
        </p:spPr>
        <p:txBody>
          <a:bodyPr/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40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>
                <a:solidFill>
                  <a:schemeClr val="tx1"/>
                </a:solidFill>
              </a:defRPr>
            </a:lvl2pPr>
            <a:lvl3pPr marL="180000"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 dirty="0"/>
              <a:t>Click to add quotation or statement</a:t>
            </a:r>
          </a:p>
          <a:p>
            <a:pPr lvl="1"/>
            <a:r>
              <a:rPr lang="en-US" dirty="0"/>
              <a:t>2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342DD10D-531F-A279-8C9A-40536F406540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887CAD82-A73A-49CC-819B-F87524800611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692022E-305E-D013-0604-3AB955F20E47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AA08871-C354-99A2-1236-7586A680F62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" name="Logo">
            <a:extLst>
              <a:ext uri="{FF2B5EF4-FFF2-40B4-BE49-F238E27FC236}">
                <a16:creationId xmlns:a16="http://schemas.microsoft.com/office/drawing/2014/main" id="{8713A999-F824-6537-BE90-F8ED2A28F0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502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145340" y="0"/>
            <a:ext cx="9047860" cy="4012756"/>
          </a:xfrm>
          <a:custGeom>
            <a:avLst/>
            <a:gdLst>
              <a:gd name="connsiteX0" fmla="*/ 6295687 w 9047860"/>
              <a:gd name="connsiteY0" fmla="*/ 0 h 4012756"/>
              <a:gd name="connsiteX1" fmla="*/ 9047860 w 9047860"/>
              <a:gd name="connsiteY1" fmla="*/ 0 h 4012756"/>
              <a:gd name="connsiteX2" fmla="*/ 9047860 w 9047860"/>
              <a:gd name="connsiteY2" fmla="*/ 3541448 h 4012756"/>
              <a:gd name="connsiteX3" fmla="*/ 6295687 w 9047860"/>
              <a:gd name="connsiteY3" fmla="*/ 3541448 h 4012756"/>
              <a:gd name="connsiteX4" fmla="*/ 3145239 w 9047860"/>
              <a:gd name="connsiteY4" fmla="*/ 0 h 4012756"/>
              <a:gd name="connsiteX5" fmla="*/ 5897411 w 9047860"/>
              <a:gd name="connsiteY5" fmla="*/ 0 h 4012756"/>
              <a:gd name="connsiteX6" fmla="*/ 5897411 w 9047860"/>
              <a:gd name="connsiteY6" fmla="*/ 4012756 h 4012756"/>
              <a:gd name="connsiteX7" fmla="*/ 3145239 w 9047860"/>
              <a:gd name="connsiteY7" fmla="*/ 4012756 h 4012756"/>
              <a:gd name="connsiteX8" fmla="*/ 0 w 9047860"/>
              <a:gd name="connsiteY8" fmla="*/ 0 h 4012756"/>
              <a:gd name="connsiteX9" fmla="*/ 2752173 w 9047860"/>
              <a:gd name="connsiteY9" fmla="*/ 0 h 4012756"/>
              <a:gd name="connsiteX10" fmla="*/ 2752173 w 9047860"/>
              <a:gd name="connsiteY10" fmla="*/ 3070139 h 4012756"/>
              <a:gd name="connsiteX11" fmla="*/ 0 w 9047860"/>
              <a:gd name="connsiteY11" fmla="*/ 3070139 h 40127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47860" h="4012756">
                <a:moveTo>
                  <a:pt x="6295687" y="0"/>
                </a:moveTo>
                <a:lnTo>
                  <a:pt x="9047860" y="0"/>
                </a:lnTo>
                <a:lnTo>
                  <a:pt x="9047860" y="3541448"/>
                </a:lnTo>
                <a:lnTo>
                  <a:pt x="6295687" y="3541448"/>
                </a:lnTo>
                <a:close/>
                <a:moveTo>
                  <a:pt x="3145239" y="0"/>
                </a:moveTo>
                <a:lnTo>
                  <a:pt x="5897411" y="0"/>
                </a:lnTo>
                <a:lnTo>
                  <a:pt x="5897411" y="4012756"/>
                </a:lnTo>
                <a:lnTo>
                  <a:pt x="3145239" y="4012756"/>
                </a:lnTo>
                <a:close/>
                <a:moveTo>
                  <a:pt x="0" y="0"/>
                </a:moveTo>
                <a:lnTo>
                  <a:pt x="2752173" y="0"/>
                </a:lnTo>
                <a:lnTo>
                  <a:pt x="2752173" y="3070139"/>
                </a:lnTo>
                <a:lnTo>
                  <a:pt x="0" y="3070139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 wrap="square" lIns="0" tIns="576000" anchor="ctr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picture</a:t>
            </a:r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FF434E18-D4E3-64FA-64DD-DCA37303D81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000" y="432000"/>
            <a:ext cx="774000" cy="299738"/>
          </a:xfrm>
          <a:prstGeom prst="rect">
            <a:avLst/>
          </a:prstGeom>
        </p:spPr>
      </p:pic>
      <p:pic>
        <p:nvPicPr>
          <p:cNvPr id="4" name="Tagline">
            <a:extLst>
              <a:ext uri="{FF2B5EF4-FFF2-40B4-BE49-F238E27FC236}">
                <a16:creationId xmlns:a16="http://schemas.microsoft.com/office/drawing/2014/main" id="{03B2A279-85BA-9C4C-C3E5-A0609D1328F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92226" y="6032713"/>
            <a:ext cx="1268011" cy="43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32000" y="4089600"/>
            <a:ext cx="5500800" cy="1476000"/>
          </a:xfrm>
        </p:spPr>
        <p:txBody>
          <a:bodyPr anchor="ctr" anchorCtr="0"/>
          <a:lstStyle>
            <a:lvl1pPr algn="l">
              <a:defRPr sz="4800" spc="-1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A8438FD-4938-EABD-A952-419D76F3E1B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00" y="5992813"/>
            <a:ext cx="1617663" cy="4318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Name Surname add Title in next line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1F3BE9-4E62-F931-13C3-AFFCD9861B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73312" y="5992813"/>
            <a:ext cx="3559176" cy="4318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Phone add                                                                   E-mail in next line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2" name="Date Placeholder 41" hidden="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C56D8F9B-62C4-4718-8177-E99FE077EA6B}" type="datetime3">
              <a:rPr lang="en-US" smtClean="0"/>
              <a:t>23 July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421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3297A132-C2EE-4CE3-8B75-B1FDFF50D46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10" hidden="1">
            <a:extLst>
              <a:ext uri="{FF2B5EF4-FFF2-40B4-BE49-F238E27FC236}">
                <a16:creationId xmlns:a16="http://schemas.microsoft.com/office/drawing/2014/main" id="{E1304FA1-E0F5-4AD4-846A-37642FFE487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2" name="Date Placeholder 41" hidden="1">
            <a:extLst>
              <a:ext uri="{FF2B5EF4-FFF2-40B4-BE49-F238E27FC236}">
                <a16:creationId xmlns:a16="http://schemas.microsoft.com/office/drawing/2014/main" id="{2D6E44EC-D1ED-56D5-9AAA-C2A04539DEB0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>
                <a:noFill/>
              </a:defRPr>
            </a:lvl1pPr>
          </a:lstStyle>
          <a:p>
            <a:fld id="{13946FFF-1566-4894-B74A-941F661FB9F4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3" name="Logo">
            <a:extLst>
              <a:ext uri="{FF2B5EF4-FFF2-40B4-BE49-F238E27FC236}">
                <a16:creationId xmlns:a16="http://schemas.microsoft.com/office/drawing/2014/main" id="{71E1F038-8583-6F9E-29EB-F8C2D9432A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2049462" y="1860603"/>
            <a:ext cx="8099979" cy="3136793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A917DAC8-9FE5-D6A1-5A38-BC46E4D3094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rgbClr val="D0D0D0"/>
          </a:solidFill>
        </p:spPr>
        <p:txBody>
          <a:bodyPr wrap="square" lIns="0" tIns="72000" anchor="t" anchorCtr="0"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on frame to change picture, using the Insert tab, Pictures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B1F3BE9-4E62-F931-13C3-AFFCD9861B9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049462" y="1860604"/>
            <a:ext cx="8099979" cy="313679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noFill/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5pPr>
            <a:lvl6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7pPr>
            <a:lvl8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8pPr>
            <a:lvl9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10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 dirty="0"/>
              <a:t>Add Phone add                                                                   E-mail in next line</a:t>
            </a:r>
          </a:p>
        </p:txBody>
      </p:sp>
    </p:spTree>
    <p:extLst>
      <p:ext uri="{BB962C8B-B14F-4D97-AF65-F5344CB8AC3E}">
        <p14:creationId xmlns:p14="http://schemas.microsoft.com/office/powerpoint/2010/main" val="4931491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wo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7"/>
            <a:ext cx="3560400" cy="469681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15107" y="1295999"/>
            <a:ext cx="3560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198213" y="1295999"/>
            <a:ext cx="3560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4E2B42F0-17CE-4291-A62D-6BBB35AE2D5A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156BC16E-C4D8-1D47-02F8-7CBE22A468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9550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Three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5997"/>
            <a:ext cx="2588400" cy="4696813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344864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257729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170213" y="1295999"/>
            <a:ext cx="2588400" cy="469681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D691B107-46C2-4D5E-A4D1-6D1490D257C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2315AAE8-06E5-1F02-90BC-4A6DDED49B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79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Five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3560400" cy="1915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15107" y="12960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07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SHIFT+TAB to view previous text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68EC61-8561-4994-8A68-09675655FE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98213" y="12960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Enter &amp; TAB to view next text style         SHIFT+TAB to view previous text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0BF4E0-B153-411A-B8D8-A592C7C565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198213" y="3643200"/>
            <a:ext cx="3560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        Enter &amp; TAB to view next text style SHIFT+TAB to view previous text style</a:t>
            </a:r>
            <a:endParaRPr lang="en-US" dirty="0"/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6784AB3C-C89B-4811-8519-DFA11D99F99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3266DD73-667B-DCF4-67BB-A5CEB165A73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92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Seven content">
    <p:bg>
      <p:bgPr>
        <a:solidFill>
          <a:srgbClr val="F3E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DDF5836-A53C-4F9D-8208-19EFA158B2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2000" y="1296000"/>
            <a:ext cx="2588400" cy="1915200"/>
          </a:xfrm>
        </p:spPr>
        <p:txBody>
          <a:bodyPr/>
          <a:lstStyle>
            <a:lvl1pPr>
              <a:defRPr sz="2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44864" y="12960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173555-621B-4368-85A5-D9E165C7634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344864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F68EC61-8561-4994-8A68-09675655FE3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257729" y="1296000"/>
            <a:ext cx="2587822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80BF4E0-B153-411A-B8D8-A592C7C565F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57729" y="36432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F42111F8-D026-4080-A7D1-2BD64D26F371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170213" y="1296000"/>
            <a:ext cx="2588400" cy="1915200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 dirty="0"/>
              <a:t>Click to add text                Enter &amp; TAB to view next text style                    SHIFT+TAB to view previous text style</a:t>
            </a:r>
            <a:endParaRPr lang="en-US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12BE8FA1-8429-3E59-4329-D75343EBDC80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170213" y="3643200"/>
            <a:ext cx="2588400" cy="191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7B261A6A-0AB3-6B29-97E3-65E332BA557A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73FB1D18-B6A1-47AA-85AF-1BADCA51AB45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3F1967D3-C969-0779-3EEB-C1EB8656857A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ED8B651F-99AA-8B13-4C4B-C3FA8171774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6373103F-C053-E6AB-8624-1A57572688C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9061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0C35B-2366-A98F-8540-58AC40291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EFE6B-11C5-4604-A6DA-8CBF5DB97254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F0EB71-A8EE-CF18-807D-A4655231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F4170B-C4A3-744E-C4CE-948DDA766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Logo">
            <a:extLst>
              <a:ext uri="{FF2B5EF4-FFF2-40B4-BE49-F238E27FC236}">
                <a16:creationId xmlns:a16="http://schemas.microsoft.com/office/drawing/2014/main" id="{D583CC55-F2B7-571E-5105-2FE9888EF47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ast overskrift"/>
          <p:cNvSpPr txBox="1"/>
          <p:nvPr userDrawn="1"/>
        </p:nvSpPr>
        <p:spPr>
          <a:xfrm>
            <a:off x="431800" y="448713"/>
            <a:ext cx="11326813" cy="650171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sp>
        <p:nvSpPr>
          <p:cNvPr id="13" name="Text Box 2">
            <a:extLst>
              <a:ext uri="{FF2B5EF4-FFF2-40B4-BE49-F238E27FC236}">
                <a16:creationId xmlns:a16="http://schemas.microsoft.com/office/drawing/2014/main" id="{0BB3B459-CDFE-44C8-879C-511BDE5A64B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3785" y="1306551"/>
            <a:ext cx="2488986" cy="46935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apply the correct bullet again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US" sz="900" b="1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</a:t>
            </a:r>
            <a:b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r>
              <a:rPr lang="en-US" sz="900" noProof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a dropdown menu of possible slide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1600" b="0" cap="all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Colors</a:t>
            </a:r>
            <a:endParaRPr lang="en-US" sz="1600" cap="all" baseline="0" dirty="0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colors from top row and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all Custom Colors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sz="900" noProof="1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sp>
        <p:nvSpPr>
          <p:cNvPr id="14" name="Text Box 3">
            <a:extLst>
              <a:ext uri="{FF2B5EF4-FFF2-40B4-BE49-F238E27FC236}">
                <a16:creationId xmlns:a16="http://schemas.microsoft.com/office/drawing/2014/main" id="{66B3FBB4-61DE-493B-8F38-CB78E008D9B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331286" y="1306551"/>
            <a:ext cx="2578056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</a:t>
            </a:r>
            <a:b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placeholders to their default settings</a:t>
            </a:r>
            <a:endParaRPr lang="en-US" altLang="da-DK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endParaRPr lang="en-US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the icon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picture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hold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dragging the corners of the picture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17EA80A0-F605-4897-AE2A-18933CAB6DB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210588" y="1306551"/>
            <a:ext cx="2505733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08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tab. Write the desired text in Footer field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(apply text on all slides)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(apply text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 or several selected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slide(s)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1600" dirty="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 dirty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presentation and copy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US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0501896-43DD-469D-A55E-AA24E78013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36761" y="3073933"/>
            <a:ext cx="257143" cy="28571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722642E-922E-4D3E-9481-C027E3A93CD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36761" y="4576990"/>
            <a:ext cx="475428" cy="17676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37E3D92-3923-49A5-9D66-A01D052984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3901" t="45142" r="62601" b="9046"/>
          <a:stretch/>
        </p:blipFill>
        <p:spPr>
          <a:xfrm>
            <a:off x="6559342" y="2719441"/>
            <a:ext cx="341204" cy="321707"/>
          </a:xfrm>
          <a:prstGeom prst="rect">
            <a:avLst/>
          </a:prstGeom>
        </p:spPr>
      </p:pic>
      <p:pic>
        <p:nvPicPr>
          <p:cNvPr id="24" name="Picture 16">
            <a:extLst>
              <a:ext uri="{FF2B5EF4-FFF2-40B4-BE49-F238E27FC236}">
                <a16:creationId xmlns:a16="http://schemas.microsoft.com/office/drawing/2014/main" id="{EE4BD888-DAA9-4A3B-ADD9-0ACB9540A63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36761" y="3893345"/>
            <a:ext cx="328881" cy="505501"/>
          </a:xfrm>
          <a:prstGeom prst="rect">
            <a:avLst/>
          </a:prstGeom>
        </p:spPr>
      </p:pic>
      <p:pic>
        <p:nvPicPr>
          <p:cNvPr id="26" name="Picture 20">
            <a:extLst>
              <a:ext uri="{FF2B5EF4-FFF2-40B4-BE49-F238E27FC236}">
                <a16:creationId xmlns:a16="http://schemas.microsoft.com/office/drawing/2014/main" id="{ADF46DFB-ABDB-43BA-AD93-FDEE2D7642D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631756" y="1736321"/>
            <a:ext cx="538465" cy="172841"/>
          </a:xfrm>
          <a:prstGeom prst="rect">
            <a:avLst/>
          </a:prstGeom>
        </p:spPr>
      </p:pic>
      <p:pic>
        <p:nvPicPr>
          <p:cNvPr id="27" name="Picture 19">
            <a:extLst>
              <a:ext uri="{FF2B5EF4-FFF2-40B4-BE49-F238E27FC236}">
                <a16:creationId xmlns:a16="http://schemas.microsoft.com/office/drawing/2014/main" id="{CF6F40E1-EF2A-4675-A88E-429AD3ADD347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6635486" y="3592844"/>
            <a:ext cx="313788" cy="543900"/>
          </a:xfrm>
          <a:prstGeom prst="rect">
            <a:avLst/>
          </a:prstGeom>
        </p:spPr>
      </p:pic>
      <p:pic>
        <p:nvPicPr>
          <p:cNvPr id="18" name="Picture 12">
            <a:extLst>
              <a:ext uri="{FF2B5EF4-FFF2-40B4-BE49-F238E27FC236}">
                <a16:creationId xmlns:a16="http://schemas.microsoft.com/office/drawing/2014/main" id="{1EEB59ED-856C-4646-8080-8164D2973D0E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10851712" y="1844297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C8F77785-DAC9-4046-8A82-0AC40734117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4255389D-CF36-4F44-B13C-FA0B1F4288A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9675D1FD-FB10-4317-AAF4-BDCB2224F10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23" name="Slide Number Placeholder 10" hidden="1">
            <a:extLst>
              <a:ext uri="{FF2B5EF4-FFF2-40B4-BE49-F238E27FC236}">
                <a16:creationId xmlns:a16="http://schemas.microsoft.com/office/drawing/2014/main" id="{BBF7E881-962B-4385-8C0A-994D3D7717F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18B3BD4-04BC-40A0-B801-FB79B0884023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836761" y="2312091"/>
            <a:ext cx="457143" cy="25714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D24B430-598D-2E99-6E4B-D6C02EB952C8}"/>
              </a:ext>
            </a:extLst>
          </p:cNvPr>
          <p:cNvGrpSpPr/>
          <p:nvPr userDrawn="1"/>
        </p:nvGrpSpPr>
        <p:grpSpPr>
          <a:xfrm>
            <a:off x="2609062" y="4912403"/>
            <a:ext cx="908298" cy="1624601"/>
            <a:chOff x="2814462" y="4912403"/>
            <a:chExt cx="908298" cy="162460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8A0D89-F8AD-6CF5-B3FB-BE587B1CDB5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/>
            <a:stretch>
              <a:fillRect/>
            </a:stretch>
          </p:blipFill>
          <p:spPr>
            <a:xfrm>
              <a:off x="2831584" y="4912403"/>
              <a:ext cx="886146" cy="1624601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8A934DC-FA1A-DC70-83F7-27998B95736D}"/>
                </a:ext>
              </a:extLst>
            </p:cNvPr>
            <p:cNvGrpSpPr/>
            <p:nvPr userDrawn="1"/>
          </p:nvGrpSpPr>
          <p:grpSpPr>
            <a:xfrm>
              <a:off x="2814462" y="5039012"/>
              <a:ext cx="905404" cy="1472528"/>
              <a:chOff x="8577240" y="2433052"/>
              <a:chExt cx="1602907" cy="2606588"/>
            </a:xfrm>
          </p:grpSpPr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3B8FE5EC-D0C6-3DCA-5326-C4ABCCCF67C0}"/>
                  </a:ext>
                </a:extLst>
              </p:cNvPr>
              <p:cNvSpPr/>
              <p:nvPr userDrawn="1"/>
            </p:nvSpPr>
            <p:spPr>
              <a:xfrm>
                <a:off x="8589162" y="2433052"/>
                <a:ext cx="1590985" cy="278066"/>
              </a:xfrm>
              <a:prstGeom prst="rect">
                <a:avLst/>
              </a:prstGeom>
              <a:noFill/>
              <a:ln w="25400">
                <a:solidFill>
                  <a:srgbClr val="1ED2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tIns="72000" rIns="72000" bIns="72000" rtlCol="0" anchor="ctr"/>
              <a:lstStyle/>
              <a:p>
                <a:pPr algn="ctr"/>
                <a:endParaRPr lang="en-US" sz="1796" dirty="0" err="1"/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9CC41C02-4D1D-4E89-3D88-326D877CDE53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577240" y="2756927"/>
                <a:ext cx="1602906" cy="600872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C9EB37F5-BB01-3A7B-EB3C-1D4F99D0E28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611332" y="2764381"/>
                <a:ext cx="1556893" cy="60913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AB902546-2079-28AB-65C1-930E8477C78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8589160" y="4726799"/>
                <a:ext cx="1579065" cy="312841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7CE48439-C4D1-F75F-D1B3-656A60CC236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 flipV="1">
                <a:off x="8589160" y="4726799"/>
                <a:ext cx="1579065" cy="226684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432180E8-F3CC-DA64-6CE6-99C382C697CF}"/>
                </a:ext>
              </a:extLst>
            </p:cNvPr>
            <p:cNvSpPr/>
            <p:nvPr userDrawn="1"/>
          </p:nvSpPr>
          <p:spPr>
            <a:xfrm>
              <a:off x="2824091" y="5633428"/>
              <a:ext cx="898669" cy="604321"/>
            </a:xfrm>
            <a:prstGeom prst="rect">
              <a:avLst/>
            </a:prstGeom>
            <a:noFill/>
            <a:ln w="25400">
              <a:solidFill>
                <a:srgbClr val="1ED2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72000" rIns="72000" bIns="72000" rtlCol="0" anchor="ctr"/>
            <a:lstStyle/>
            <a:p>
              <a:pPr algn="ctr"/>
              <a:endParaRPr lang="en-US" sz="1796" dirty="0" err="1"/>
            </a:p>
          </p:txBody>
        </p:sp>
      </p:grpSp>
    </p:spTree>
    <p:extLst>
      <p:ext uri="{BB962C8B-B14F-4D97-AF65-F5344CB8AC3E}">
        <p14:creationId xmlns:p14="http://schemas.microsoft.com/office/powerpoint/2010/main" val="88782177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dirty="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 dirty="0">
                <a:solidFill>
                  <a:schemeClr val="bg1"/>
                </a:solidFill>
              </a:rPr>
              <a:t>If you see any </a:t>
            </a:r>
            <a:r>
              <a:rPr lang="en-US" sz="4400" b="0" i="0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layouts after this </a:t>
            </a:r>
            <a:r>
              <a:rPr lang="en-US" sz="4400" b="0" i="0" noProof="0" dirty="0">
                <a:solidFill>
                  <a:schemeClr val="bg1"/>
                </a:solidFill>
              </a:rPr>
              <a:t>one</a:t>
            </a:r>
            <a:r>
              <a:rPr lang="en-US" sz="4400" b="1" i="1" noProof="0" dirty="0">
                <a:solidFill>
                  <a:schemeClr val="bg1"/>
                </a:solidFill>
              </a:rPr>
              <a:t>,</a:t>
            </a:r>
            <a:br>
              <a:rPr lang="en-US" sz="4400" b="0" i="0" noProof="0" dirty="0">
                <a:solidFill>
                  <a:schemeClr val="bg1"/>
                </a:solidFill>
              </a:rPr>
            </a:br>
            <a:r>
              <a:rPr lang="en-US" sz="4400" b="0" noProof="0" dirty="0">
                <a:solidFill>
                  <a:schemeClr val="bg1"/>
                </a:solidFill>
              </a:rPr>
              <a:t>do not use them. These layouts </a:t>
            </a:r>
            <a:r>
              <a:rPr lang="en-US" sz="4400" b="0" i="0" u="none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are not </a:t>
            </a:r>
            <a:r>
              <a:rPr lang="en-US" sz="4400" b="0" noProof="0" dirty="0">
                <a:solidFill>
                  <a:schemeClr val="bg1"/>
                </a:solidFill>
              </a:rPr>
              <a:t>part of our corporate template.</a:t>
            </a:r>
            <a:br>
              <a:rPr lang="en-US" sz="2800" b="0" noProof="0" dirty="0">
                <a:solidFill>
                  <a:schemeClr val="bg1"/>
                </a:solidFill>
              </a:rPr>
            </a:br>
            <a:br>
              <a:rPr lang="en-US" sz="2800" b="0" noProof="0" dirty="0">
                <a:solidFill>
                  <a:schemeClr val="bg1"/>
                </a:solidFill>
              </a:rPr>
            </a:br>
            <a:endParaRPr lang="en-US" sz="2800" b="0" noProof="0" dirty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black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black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black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dirty="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5000" b="1" i="0" noProof="0" dirty="0">
                <a:solidFill>
                  <a:schemeClr val="bg1"/>
                </a:solidFill>
                <a:latin typeface="Inter SemiBold" panose="02000503000000020004" pitchFamily="2" charset="0"/>
                <a:ea typeface="Inter SemiBold" panose="02000503000000020004" pitchFamily="2" charset="0"/>
              </a:rPr>
              <a:t>Do not use </a:t>
            </a:r>
            <a:endParaRPr lang="en-US" sz="15000" b="1" i="0" dirty="0">
              <a:solidFill>
                <a:schemeClr val="bg1"/>
              </a:solidFill>
              <a:latin typeface="Inter SemiBold" panose="02000503000000020004" pitchFamily="2" charset="0"/>
              <a:ea typeface="Inter SemiBold" panose="02000503000000020004" pitchFamily="2" charset="0"/>
            </a:endParaRPr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 dirty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 dirty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 dirty="0">
                <a:solidFill>
                  <a:schemeClr val="bg1"/>
                </a:solidFill>
              </a:rPr>
            </a:br>
            <a:endParaRPr lang="en-US" sz="1800" b="0" noProof="0" dirty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9CEE22D-3220-45C5-956C-5492E6624632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863600"/>
            <a:ext cx="3559175" cy="986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2159599"/>
            <a:ext cx="11326613" cy="38332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dirty="0"/>
              <a:t>Level 1                                                            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 dirty="0"/>
              <a:t>Level 2</a:t>
            </a:r>
          </a:p>
          <a:p>
            <a:pPr lvl="2"/>
            <a:r>
              <a:rPr lang="en-US" noProof="0" dirty="0"/>
              <a:t>Level 3</a:t>
            </a:r>
          </a:p>
          <a:p>
            <a:pPr lvl="3"/>
            <a:r>
              <a:rPr lang="en-US" noProof="0" dirty="0"/>
              <a:t>Level 4</a:t>
            </a:r>
          </a:p>
          <a:p>
            <a:pPr lvl="4"/>
            <a:r>
              <a:rPr lang="en-US" noProof="0" dirty="0"/>
              <a:t>Level 5, Header</a:t>
            </a:r>
          </a:p>
          <a:p>
            <a:pPr lvl="5"/>
            <a:r>
              <a:rPr lang="en-US" noProof="0" dirty="0"/>
              <a:t>Level 6, Body</a:t>
            </a:r>
          </a:p>
          <a:p>
            <a:pPr lvl="6"/>
            <a:r>
              <a:rPr lang="en-US" noProof="0" dirty="0"/>
              <a:t>Level 7, Report bullet</a:t>
            </a:r>
          </a:p>
          <a:p>
            <a:pPr lvl="7"/>
            <a:r>
              <a:rPr lang="en-US" noProof="0" dirty="0"/>
              <a:t>Level 8, Report Body</a:t>
            </a:r>
          </a:p>
          <a:p>
            <a:pPr lvl="8"/>
            <a:r>
              <a:rPr lang="en-US" noProof="0" dirty="0"/>
              <a:t>Level 9, Numbers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32000" y="6271200"/>
            <a:ext cx="96976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ct val="110000"/>
              </a:lnSpc>
              <a:defRPr sz="800" cap="all" baseline="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fld id="{2884EAC1-8263-4023-A331-8499B85EDC79}" type="datetime3">
              <a:rPr lang="en-US" smtClean="0"/>
              <a:t>23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048400" y="6271200"/>
            <a:ext cx="77688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ct val="110000"/>
              </a:lnSpc>
              <a:spcAft>
                <a:spcPts val="300"/>
              </a:spcAft>
              <a:defRPr sz="800" cap="all" baseline="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271200"/>
            <a:ext cx="648499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lnSpc>
                <a:spcPct val="110000"/>
              </a:lnSpc>
              <a:defRPr sz="800">
                <a:solidFill>
                  <a:schemeClr val="tx1"/>
                </a:solidFill>
                <a:latin typeface="KONE Information" panose="020B0603040000020003" pitchFamily="34" charset="-79"/>
                <a:cs typeface="KONE Information" panose="020B0603040000020003" pitchFamily="34" charset="-79"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96" r:id="rId2"/>
    <p:sldLayoutId id="2147483797" r:id="rId3"/>
    <p:sldLayoutId id="2147483798" r:id="rId4"/>
    <p:sldLayoutId id="2147483799" r:id="rId5"/>
    <p:sldLayoutId id="2147483800" r:id="rId6"/>
    <p:sldLayoutId id="2147483737" r:id="rId7"/>
    <p:sldLayoutId id="2147483766" r:id="rId8"/>
    <p:sldLayoutId id="2147483806" r:id="rId9"/>
    <p:sldLayoutId id="2147483731" r:id="rId10"/>
    <p:sldLayoutId id="2147483801" r:id="rId11"/>
    <p:sldLayoutId id="2147483802" r:id="rId12"/>
    <p:sldLayoutId id="2147483803" r:id="rId13"/>
    <p:sldLayoutId id="2147483805" r:id="rId14"/>
    <p:sldLayoutId id="2147483804" r:id="rId15"/>
    <p:sldLayoutId id="2147483732" r:id="rId16"/>
    <p:sldLayoutId id="2147483807" r:id="rId17"/>
    <p:sldLayoutId id="2147483848" r:id="rId18"/>
    <p:sldLayoutId id="2147483849" r:id="rId19"/>
    <p:sldLayoutId id="2147483755" r:id="rId20"/>
    <p:sldLayoutId id="2147483808" r:id="rId21"/>
    <p:sldLayoutId id="2147483812" r:id="rId22"/>
    <p:sldLayoutId id="2147483813" r:id="rId23"/>
    <p:sldLayoutId id="2147483772" r:id="rId24"/>
    <p:sldLayoutId id="2147483809" r:id="rId25"/>
    <p:sldLayoutId id="2147483810" r:id="rId26"/>
    <p:sldLayoutId id="2147483811" r:id="rId27"/>
    <p:sldLayoutId id="2147483818" r:id="rId28"/>
    <p:sldLayoutId id="2147483826" r:id="rId29"/>
    <p:sldLayoutId id="2147483827" r:id="rId30"/>
    <p:sldLayoutId id="2147483817" r:id="rId31"/>
    <p:sldLayoutId id="2147483816" r:id="rId32"/>
    <p:sldLayoutId id="2147483845" r:id="rId33"/>
    <p:sldLayoutId id="2147483820" r:id="rId34"/>
    <p:sldLayoutId id="2147483821" r:id="rId35"/>
    <p:sldLayoutId id="2147483819" r:id="rId36"/>
    <p:sldLayoutId id="2147483824" r:id="rId37"/>
    <p:sldLayoutId id="2147483825" r:id="rId38"/>
    <p:sldLayoutId id="2147483828" r:id="rId39"/>
    <p:sldLayoutId id="2147483829" r:id="rId40"/>
    <p:sldLayoutId id="2147483830" r:id="rId41"/>
    <p:sldLayoutId id="2147483831" r:id="rId42"/>
    <p:sldLayoutId id="2147483832" r:id="rId43"/>
    <p:sldLayoutId id="2147483833" r:id="rId44"/>
    <p:sldLayoutId id="2147483743" r:id="rId45"/>
    <p:sldLayoutId id="2147483834" r:id="rId46"/>
    <p:sldLayoutId id="2147483835" r:id="rId47"/>
    <p:sldLayoutId id="2147483837" r:id="rId48"/>
    <p:sldLayoutId id="2147483836" r:id="rId49"/>
    <p:sldLayoutId id="2147483814" r:id="rId50"/>
    <p:sldLayoutId id="2147483815" r:id="rId51"/>
    <p:sldLayoutId id="2147483838" r:id="rId52"/>
    <p:sldLayoutId id="2147483839" r:id="rId53"/>
    <p:sldLayoutId id="2147483840" r:id="rId54"/>
    <p:sldLayoutId id="2147483841" r:id="rId55"/>
    <p:sldLayoutId id="2147483847" r:id="rId56"/>
    <p:sldLayoutId id="2147483844" r:id="rId57"/>
    <p:sldLayoutId id="2147483842" r:id="rId58"/>
    <p:sldLayoutId id="2147483843" r:id="rId59"/>
    <p:sldLayoutId id="2147483768" r:id="rId60"/>
    <p:sldLayoutId id="2147483744" r:id="rId61"/>
    <p:sldLayoutId id="2147483846" r:id="rId62"/>
    <p:sldLayoutId id="2147483751" r:id="rId63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spc="-6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​"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400" kern="1200" cap="none" baseline="0">
          <a:solidFill>
            <a:schemeClr val="tx1"/>
          </a:solidFill>
          <a:latin typeface="+mn-lt"/>
          <a:ea typeface="+mn-ea"/>
          <a:cs typeface="KONE Information" panose="020B0603040000020003" pitchFamily="34" charset="-79"/>
        </a:defRPr>
      </a:lvl6pPr>
      <a:lvl7pPr marL="180000" indent="-180000" algn="l" defTabSz="914400" rtl="0" eaLnBrk="1" latinLnBrk="0" hangingPunct="1">
        <a:lnSpc>
          <a:spcPct val="110000"/>
        </a:lnSpc>
        <a:spcBef>
          <a:spcPts val="300"/>
        </a:spcBef>
        <a:spcAft>
          <a:spcPts val="300"/>
        </a:spcAft>
        <a:buClr>
          <a:srgbClr val="1450F5"/>
        </a:buClr>
        <a:buFont typeface="Arial" panose="020B0604020202020204" pitchFamily="34" charset="0"/>
        <a:buChar char="•"/>
        <a:defRPr sz="1100" b="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​"/>
        <a:defRPr sz="1400" kern="1200" cap="all" spc="-60" baseline="0">
          <a:solidFill>
            <a:srgbClr val="1450F5"/>
          </a:solidFill>
          <a:latin typeface="KONE Information" panose="020B0603040000020003" pitchFamily="34" charset="-79"/>
          <a:ea typeface="+mn-ea"/>
          <a:cs typeface="KONE Information" panose="020B0603040000020003" pitchFamily="34" charset="-79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79" userDrawn="1">
          <p15:clr>
            <a:srgbClr val="A4A3A4"/>
          </p15:clr>
        </p15:guide>
        <p15:guide id="2" pos="883" userDrawn="1">
          <p15:clr>
            <a:srgbClr val="A4A3A4"/>
          </p15:clr>
        </p15:guide>
        <p15:guide id="3" orient="horz" pos="272" userDrawn="1">
          <p15:clr>
            <a:srgbClr val="A4A3A4"/>
          </p15:clr>
        </p15:guide>
        <p15:guide id="4" orient="horz" pos="4047" userDrawn="1">
          <p15:clr>
            <a:srgbClr val="A4A3A4"/>
          </p15:clr>
        </p15:guide>
        <p15:guide id="5" pos="272" userDrawn="1">
          <p15:clr>
            <a:srgbClr val="A4A3A4"/>
          </p15:clr>
        </p15:guide>
        <p15:guide id="6" pos="7407" userDrawn="1">
          <p15:clr>
            <a:srgbClr val="A4A3A4"/>
          </p15:clr>
        </p15:guide>
        <p15:guide id="7" pos="1291" userDrawn="1">
          <p15:clr>
            <a:srgbClr val="A4A3A4"/>
          </p15:clr>
        </p15:guide>
        <p15:guide id="8" pos="1495" userDrawn="1">
          <p15:clr>
            <a:srgbClr val="A4A3A4"/>
          </p15:clr>
        </p15:guide>
        <p15:guide id="9" pos="1902" userDrawn="1">
          <p15:clr>
            <a:srgbClr val="A4A3A4"/>
          </p15:clr>
        </p15:guide>
        <p15:guide id="10" pos="2107" userDrawn="1">
          <p15:clr>
            <a:srgbClr val="A4A3A4"/>
          </p15:clr>
        </p15:guide>
        <p15:guide id="11" pos="2514" userDrawn="1">
          <p15:clr>
            <a:srgbClr val="A4A3A4"/>
          </p15:clr>
        </p15:guide>
        <p15:guide id="12" pos="2718" userDrawn="1">
          <p15:clr>
            <a:srgbClr val="A4A3A4"/>
          </p15:clr>
        </p15:guide>
        <p15:guide id="13" pos="3126" userDrawn="1">
          <p15:clr>
            <a:srgbClr val="A4A3A4"/>
          </p15:clr>
        </p15:guide>
        <p15:guide id="14" pos="3330" userDrawn="1">
          <p15:clr>
            <a:srgbClr val="A4A3A4"/>
          </p15:clr>
        </p15:guide>
        <p15:guide id="15" pos="3737" userDrawn="1">
          <p15:clr>
            <a:srgbClr val="A4A3A4"/>
          </p15:clr>
        </p15:guide>
        <p15:guide id="16" pos="3941" userDrawn="1">
          <p15:clr>
            <a:srgbClr val="A4A3A4"/>
          </p15:clr>
        </p15:guide>
        <p15:guide id="17" pos="4349" userDrawn="1">
          <p15:clr>
            <a:srgbClr val="A4A3A4"/>
          </p15:clr>
        </p15:guide>
        <p15:guide id="18" pos="4553" userDrawn="1">
          <p15:clr>
            <a:srgbClr val="A4A3A4"/>
          </p15:clr>
        </p15:guide>
        <p15:guide id="19" pos="4961" userDrawn="1">
          <p15:clr>
            <a:srgbClr val="A4A3A4"/>
          </p15:clr>
        </p15:guide>
        <p15:guide id="20" pos="5165" userDrawn="1">
          <p15:clr>
            <a:srgbClr val="A4A3A4"/>
          </p15:clr>
        </p15:guide>
        <p15:guide id="21" pos="5572" userDrawn="1">
          <p15:clr>
            <a:srgbClr val="A4A3A4"/>
          </p15:clr>
        </p15:guide>
        <p15:guide id="22" pos="5776" userDrawn="1">
          <p15:clr>
            <a:srgbClr val="A4A3A4"/>
          </p15:clr>
        </p15:guide>
        <p15:guide id="23" pos="6184" userDrawn="1">
          <p15:clr>
            <a:srgbClr val="A4A3A4"/>
          </p15:clr>
        </p15:guide>
        <p15:guide id="24" pos="6388" userDrawn="1">
          <p15:clr>
            <a:srgbClr val="A4A3A4"/>
          </p15:clr>
        </p15:guide>
        <p15:guide id="25" pos="6795" userDrawn="1">
          <p15:clr>
            <a:srgbClr val="A4A3A4"/>
          </p15:clr>
        </p15:guide>
        <p15:guide id="26" pos="7000" userDrawn="1">
          <p15:clr>
            <a:srgbClr val="A4A3A4"/>
          </p15:clr>
        </p15:guide>
        <p15:guide id="27" orient="horz" pos="544" userDrawn="1">
          <p15:clr>
            <a:srgbClr val="A4A3A4"/>
          </p15:clr>
        </p15:guide>
        <p15:guide id="28" orient="horz" pos="816" userDrawn="1">
          <p15:clr>
            <a:srgbClr val="A4A3A4"/>
          </p15:clr>
        </p15:guide>
        <p15:guide id="29" orient="horz" pos="1088" userDrawn="1">
          <p15:clr>
            <a:srgbClr val="A4A3A4"/>
          </p15:clr>
        </p15:guide>
        <p15:guide id="30" orient="horz" pos="3775" userDrawn="1">
          <p15:clr>
            <a:srgbClr val="A4A3A4"/>
          </p15:clr>
        </p15:guide>
        <p15:guide id="31" orient="horz" pos="3503" userDrawn="1">
          <p15:clr>
            <a:srgbClr val="A4A3A4"/>
          </p15:clr>
        </p15:guide>
      </p15:sldGuideLst>
    </p:ext>
  </p:extLst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image" Target="../media/image24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3.jpg"/><Relationship Id="rId3" Type="http://schemas.openxmlformats.org/officeDocument/2006/relationships/image" Target="../media/image82.png"/><Relationship Id="rId4" Type="http://schemas.openxmlformats.org/officeDocument/2006/relationships/image" Target="../media/image8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84.jpg"/><Relationship Id="rId3" Type="http://schemas.openxmlformats.org/officeDocument/2006/relationships/image" Target="../media/image8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8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8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8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85.jpg"/><Relationship Id="rId3" Type="http://schemas.openxmlformats.org/officeDocument/2006/relationships/image" Target="../media/image8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8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8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8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image" Target="../media/image86.jpg"/><Relationship Id="rId3" Type="http://schemas.openxmlformats.org/officeDocument/2006/relationships/image" Target="../media/image81.png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 hidden="1">
            <a:extLst>
              <a:ext uri="{FF2B5EF4-FFF2-40B4-BE49-F238E27FC236}">
                <a16:creationId xmlns:a16="http://schemas.microsoft.com/office/drawing/2014/main" id="{F3E7C693-C7C7-AF02-A016-61D1FB2C01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6F27B476-B90A-8D05-4A7D-24B6E8A3FF3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CAC497-457E-43AB-A1D7-3817F7EF220F}" type="datetime3">
              <a:rPr lang="en-US" smtClean="0"/>
              <a:t>23 July 2026</a:t>
            </a:fld>
            <a:endParaRPr lang="en-US" dirty="0"/>
          </a:p>
        </p:txBody>
      </p:sp>
      <p:pic>
        <p:nvPicPr>
          <p:cNvPr id="22" name="Picture Placeholder 21" descr="A picture containing car, person&#10;&#10;Description automatically generated">
            <a:extLst>
              <a:ext uri="{FF2B5EF4-FFF2-40B4-BE49-F238E27FC236}">
                <a16:creationId xmlns:a16="http://schemas.microsoft.com/office/drawing/2014/main" id="{69303333-FB78-320C-6D90-47F7E99CB5F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7A41A3E3-7473-9E86-F75A-8C0B7985E6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B80AACB-F014-12C3-E3BE-5CC4B4C56D2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BEF643-1D7D-F68F-9912-772D85E9B23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Footer Placeholder 1" hidden="1">
            <a:extLst>
              <a:ext uri="{FF2B5EF4-FFF2-40B4-BE49-F238E27FC236}">
                <a16:creationId xmlns:a16="http://schemas.microsoft.com/office/drawing/2014/main" id="{D75E1DC5-E3EB-8F28-CC30-65B82B26B09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447503"/>
      </p:ext>
    </p:extLst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img_64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019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8625" y="4067175"/>
            <a:ext cx="6219825" cy="1476375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5700" b="0">
                <a:solidFill>
                  <a:srgbClr val="141414"/>
                </a:solidFill>
                <a:latin typeface="Inter"/>
              </a:rPr>
              <a:t>I would like to share our plan of ONE Week MOD deployment with you reg</a:t>
            </a:r>
          </a:p>
        </p:txBody>
      </p:sp>
      <p:sp>
        <p:nvSpPr>
          <p:cNvPr id="4" name="Cut mask"/>
          <p:cNvSpPr/>
          <p:nvPr/>
        </p:nvSpPr>
        <p:spPr>
          <a:xfrm>
            <a:off x="0" y="2371725"/>
            <a:ext cx="2752725" cy="16478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ut mask"/>
          <p:cNvSpPr/>
          <p:nvPr/>
        </p:nvSpPr>
        <p:spPr>
          <a:xfrm>
            <a:off x="2752725" y="0"/>
            <a:ext cx="390525" cy="401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ut mask"/>
          <p:cNvSpPr/>
          <p:nvPr/>
        </p:nvSpPr>
        <p:spPr>
          <a:xfrm>
            <a:off x="3143250" y="3067050"/>
            <a:ext cx="2752725" cy="952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ut mask"/>
          <p:cNvSpPr/>
          <p:nvPr/>
        </p:nvSpPr>
        <p:spPr>
          <a:xfrm>
            <a:off x="5895975" y="0"/>
            <a:ext cx="390525" cy="401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Cut mask"/>
          <p:cNvSpPr/>
          <p:nvPr/>
        </p:nvSpPr>
        <p:spPr>
          <a:xfrm>
            <a:off x="6286500" y="4010025"/>
            <a:ext cx="2752725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ut mask"/>
          <p:cNvSpPr/>
          <p:nvPr/>
        </p:nvSpPr>
        <p:spPr>
          <a:xfrm>
            <a:off x="9039225" y="0"/>
            <a:ext cx="390525" cy="40195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ut mask"/>
          <p:cNvSpPr/>
          <p:nvPr/>
        </p:nvSpPr>
        <p:spPr>
          <a:xfrm>
            <a:off x="9429750" y="3543300"/>
            <a:ext cx="2762250" cy="4762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Tagline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6550" y="6029325"/>
            <a:ext cx="1266825" cy="428625"/>
          </a:xfrm>
          <a:prstGeom prst="rect">
            <a:avLst/>
          </a:prstGeom>
        </p:spPr>
      </p:pic>
      <p:pic>
        <p:nvPicPr>
          <p:cNvPr id="11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428625"/>
            <a:ext cx="771525" cy="29527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" name="Picture 1" descr="_img_867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650" y="0"/>
            <a:ext cx="5467350" cy="6858000"/>
          </a:xfrm>
          <a:prstGeom prst="rect">
            <a:avLst/>
          </a:prstGeom>
        </p:spPr>
      </p:pic>
      <p:sp>
        <p:nvSpPr>
          <p:cNvPr id="3" name="Icon cloud"/>
          <p:cNvSpPr/>
          <p:nvPr/>
        </p:nvSpPr>
        <p:spPr>
          <a:xfrm>
            <a:off x="428625" y="3819339"/>
            <a:ext cx="419100" cy="288008"/>
          </a:xfrm>
          <a:custGeom>
            <a:avLst/>
            <a:gdLst/>
            <a:ahLst/>
            <a:cxnLst/>
            <a:rect l="0" t="0" r="r" b="b"/>
            <a:pathLst>
              <a:path w="1024" h="704">
                <a:moveTo>
                  <a:pt x="1024" y="444"/>
                </a:moveTo>
                <a:cubicBezTo>
                  <a:pt x="1024" y="587"/>
                  <a:pt x="907" y="704"/>
                  <a:pt x="764" y="704"/>
                </a:cubicBezTo>
                <a:lnTo>
                  <a:pt x="260" y="704"/>
                </a:lnTo>
                <a:cubicBezTo>
                  <a:pt x="117" y="704"/>
                  <a:pt x="0" y="587"/>
                  <a:pt x="0" y="444"/>
                </a:cubicBezTo>
                <a:cubicBezTo>
                  <a:pt x="0" y="305"/>
                  <a:pt x="109" y="192"/>
                  <a:pt x="245" y="184"/>
                </a:cubicBezTo>
                <a:cubicBezTo>
                  <a:pt x="278" y="77"/>
                  <a:pt x="377" y="0"/>
                  <a:pt x="494" y="0"/>
                </a:cubicBezTo>
                <a:cubicBezTo>
                  <a:pt x="580" y="0"/>
                  <a:pt x="660" y="43"/>
                  <a:pt x="709" y="114"/>
                </a:cubicBezTo>
                <a:lnTo>
                  <a:pt x="638" y="162"/>
                </a:lnTo>
                <a:cubicBezTo>
                  <a:pt x="634" y="156"/>
                  <a:pt x="630" y="150"/>
                  <a:pt x="625" y="144"/>
                </a:cubicBezTo>
                <a:cubicBezTo>
                  <a:pt x="625" y="144"/>
                  <a:pt x="624" y="144"/>
                  <a:pt x="624" y="144"/>
                </a:cubicBezTo>
                <a:cubicBezTo>
                  <a:pt x="421" y="85"/>
                  <a:pt x="358" y="130"/>
                  <a:pt x="332" y="194"/>
                </a:cubicBezTo>
                <a:cubicBezTo>
                  <a:pt x="324" y="214"/>
                  <a:pt x="319" y="237"/>
                  <a:pt x="319" y="260"/>
                </a:cubicBezTo>
                <a:cubicBezTo>
                  <a:pt x="319" y="267"/>
                  <a:pt x="319" y="273"/>
                  <a:pt x="320" y="279"/>
                </a:cubicBezTo>
                <a:cubicBezTo>
                  <a:pt x="301" y="272"/>
                  <a:pt x="281" y="269"/>
                  <a:pt x="260" y="269"/>
                </a:cubicBezTo>
                <a:cubicBezTo>
                  <a:pt x="251" y="269"/>
                  <a:pt x="242" y="269"/>
                  <a:pt x="234" y="271"/>
                </a:cubicBezTo>
                <a:cubicBezTo>
                  <a:pt x="150" y="283"/>
                  <a:pt x="85" y="356"/>
                  <a:pt x="85" y="444"/>
                </a:cubicBezTo>
                <a:cubicBezTo>
                  <a:pt x="85" y="540"/>
                  <a:pt x="164" y="618"/>
                  <a:pt x="260" y="618"/>
                </a:cubicBezTo>
                <a:cubicBezTo>
                  <a:pt x="357" y="618"/>
                  <a:pt x="667" y="618"/>
                  <a:pt x="764" y="618"/>
                </a:cubicBezTo>
                <a:cubicBezTo>
                  <a:pt x="860" y="618"/>
                  <a:pt x="939" y="540"/>
                  <a:pt x="939" y="444"/>
                </a:cubicBezTo>
                <a:cubicBezTo>
                  <a:pt x="939" y="347"/>
                  <a:pt x="860" y="269"/>
                  <a:pt x="764" y="269"/>
                </a:cubicBezTo>
                <a:cubicBezTo>
                  <a:pt x="760" y="269"/>
                  <a:pt x="757" y="269"/>
                  <a:pt x="754" y="269"/>
                </a:cubicBezTo>
                <a:cubicBezTo>
                  <a:pt x="721" y="271"/>
                  <a:pt x="690" y="282"/>
                  <a:pt x="664" y="300"/>
                </a:cubicBezTo>
                <a:cubicBezTo>
                  <a:pt x="664" y="299"/>
                  <a:pt x="664" y="299"/>
                  <a:pt x="664" y="298"/>
                </a:cubicBezTo>
                <a:cubicBezTo>
                  <a:pt x="618" y="330"/>
                  <a:pt x="587" y="384"/>
                  <a:pt x="587" y="444"/>
                </a:cubicBezTo>
                <a:lnTo>
                  <a:pt x="501" y="444"/>
                </a:lnTo>
                <a:cubicBezTo>
                  <a:pt x="501" y="300"/>
                  <a:pt x="618" y="183"/>
                  <a:pt x="763" y="183"/>
                </a:cubicBezTo>
                <a:cubicBezTo>
                  <a:pt x="763" y="183"/>
                  <a:pt x="763" y="183"/>
                  <a:pt x="764" y="183"/>
                </a:cubicBezTo>
                <a:cubicBezTo>
                  <a:pt x="907" y="183"/>
                  <a:pt x="1024" y="300"/>
                  <a:pt x="1024" y="444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Icon people"/>
          <p:cNvSpPr/>
          <p:nvPr/>
        </p:nvSpPr>
        <p:spPr>
          <a:xfrm>
            <a:off x="428625" y="4463973"/>
            <a:ext cx="419100" cy="299673"/>
          </a:xfrm>
          <a:custGeom>
            <a:avLst/>
            <a:gdLst/>
            <a:ahLst/>
            <a:cxnLst/>
            <a:rect l="0" t="0" r="r" b="b"/>
            <a:pathLst>
              <a:path w="1024" h="732">
                <a:moveTo>
                  <a:pt x="354" y="405"/>
                </a:moveTo>
                <a:cubicBezTo>
                  <a:pt x="466" y="405"/>
                  <a:pt x="557" y="314"/>
                  <a:pt x="557" y="203"/>
                </a:cubicBezTo>
                <a:cubicBezTo>
                  <a:pt x="557" y="91"/>
                  <a:pt x="466" y="0"/>
                  <a:pt x="354" y="0"/>
                </a:cubicBezTo>
                <a:cubicBezTo>
                  <a:pt x="242" y="0"/>
                  <a:pt x="151" y="91"/>
                  <a:pt x="151" y="203"/>
                </a:cubicBezTo>
                <a:cubicBezTo>
                  <a:pt x="152" y="314"/>
                  <a:pt x="242" y="405"/>
                  <a:pt x="354" y="405"/>
                </a:cubicBezTo>
                <a:close/>
                <a:moveTo>
                  <a:pt x="354" y="85"/>
                </a:moveTo>
                <a:cubicBezTo>
                  <a:pt x="419" y="85"/>
                  <a:pt x="471" y="138"/>
                  <a:pt x="471" y="203"/>
                </a:cubicBezTo>
                <a:cubicBezTo>
                  <a:pt x="472" y="267"/>
                  <a:pt x="419" y="320"/>
                  <a:pt x="354" y="320"/>
                </a:cubicBezTo>
                <a:cubicBezTo>
                  <a:pt x="289" y="320"/>
                  <a:pt x="237" y="267"/>
                  <a:pt x="237" y="203"/>
                </a:cubicBezTo>
                <a:cubicBezTo>
                  <a:pt x="237" y="138"/>
                  <a:pt x="289" y="85"/>
                  <a:pt x="354" y="85"/>
                </a:cubicBezTo>
                <a:close/>
                <a:moveTo>
                  <a:pt x="704" y="654"/>
                </a:moveTo>
                <a:lnTo>
                  <a:pt x="704" y="732"/>
                </a:lnTo>
                <a:lnTo>
                  <a:pt x="619" y="732"/>
                </a:lnTo>
                <a:lnTo>
                  <a:pt x="619" y="654"/>
                </a:lnTo>
                <a:cubicBezTo>
                  <a:pt x="619" y="592"/>
                  <a:pt x="568" y="542"/>
                  <a:pt x="507" y="542"/>
                </a:cubicBezTo>
                <a:lnTo>
                  <a:pt x="197" y="542"/>
                </a:lnTo>
                <a:cubicBezTo>
                  <a:pt x="136" y="542"/>
                  <a:pt x="85" y="592"/>
                  <a:pt x="85" y="654"/>
                </a:cubicBezTo>
                <a:lnTo>
                  <a:pt x="85" y="723"/>
                </a:lnTo>
                <a:lnTo>
                  <a:pt x="0" y="723"/>
                </a:lnTo>
                <a:lnTo>
                  <a:pt x="0" y="654"/>
                </a:lnTo>
                <a:cubicBezTo>
                  <a:pt x="0" y="545"/>
                  <a:pt x="88" y="457"/>
                  <a:pt x="197" y="457"/>
                </a:cubicBezTo>
                <a:lnTo>
                  <a:pt x="507" y="457"/>
                </a:lnTo>
                <a:cubicBezTo>
                  <a:pt x="615" y="457"/>
                  <a:pt x="704" y="545"/>
                  <a:pt x="704" y="654"/>
                </a:cubicBezTo>
                <a:close/>
                <a:moveTo>
                  <a:pt x="769" y="373"/>
                </a:moveTo>
                <a:cubicBezTo>
                  <a:pt x="857" y="373"/>
                  <a:pt x="928" y="302"/>
                  <a:pt x="928" y="215"/>
                </a:cubicBezTo>
                <a:cubicBezTo>
                  <a:pt x="928" y="127"/>
                  <a:pt x="857" y="56"/>
                  <a:pt x="769" y="56"/>
                </a:cubicBezTo>
                <a:cubicBezTo>
                  <a:pt x="682" y="56"/>
                  <a:pt x="611" y="127"/>
                  <a:pt x="611" y="215"/>
                </a:cubicBezTo>
                <a:cubicBezTo>
                  <a:pt x="611" y="302"/>
                  <a:pt x="682" y="373"/>
                  <a:pt x="769" y="373"/>
                </a:cubicBezTo>
                <a:close/>
                <a:moveTo>
                  <a:pt x="769" y="141"/>
                </a:moveTo>
                <a:cubicBezTo>
                  <a:pt x="810" y="141"/>
                  <a:pt x="843" y="174"/>
                  <a:pt x="843" y="215"/>
                </a:cubicBezTo>
                <a:cubicBezTo>
                  <a:pt x="843" y="255"/>
                  <a:pt x="810" y="288"/>
                  <a:pt x="769" y="288"/>
                </a:cubicBezTo>
                <a:cubicBezTo>
                  <a:pt x="729" y="288"/>
                  <a:pt x="696" y="255"/>
                  <a:pt x="696" y="215"/>
                </a:cubicBezTo>
                <a:cubicBezTo>
                  <a:pt x="696" y="174"/>
                  <a:pt x="729" y="141"/>
                  <a:pt x="769" y="141"/>
                </a:cubicBezTo>
                <a:close/>
                <a:moveTo>
                  <a:pt x="1024" y="573"/>
                </a:moveTo>
                <a:lnTo>
                  <a:pt x="1024" y="636"/>
                </a:lnTo>
                <a:lnTo>
                  <a:pt x="939" y="636"/>
                </a:lnTo>
                <a:lnTo>
                  <a:pt x="939" y="573"/>
                </a:lnTo>
                <a:cubicBezTo>
                  <a:pt x="939" y="535"/>
                  <a:pt x="908" y="504"/>
                  <a:pt x="869" y="504"/>
                </a:cubicBezTo>
                <a:lnTo>
                  <a:pt x="731" y="504"/>
                </a:lnTo>
                <a:cubicBezTo>
                  <a:pt x="712" y="465"/>
                  <a:pt x="684" y="437"/>
                  <a:pt x="645" y="419"/>
                </a:cubicBezTo>
                <a:lnTo>
                  <a:pt x="731" y="419"/>
                </a:lnTo>
                <a:cubicBezTo>
                  <a:pt x="731" y="419"/>
                  <a:pt x="869" y="419"/>
                  <a:pt x="869" y="419"/>
                </a:cubicBezTo>
                <a:cubicBezTo>
                  <a:pt x="955" y="419"/>
                  <a:pt x="1024" y="488"/>
                  <a:pt x="1024" y="573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Icon clock"/>
          <p:cNvSpPr/>
          <p:nvPr/>
        </p:nvSpPr>
        <p:spPr>
          <a:xfrm>
            <a:off x="437343" y="5014105"/>
            <a:ext cx="401665" cy="401665"/>
          </a:xfrm>
          <a:custGeom>
            <a:avLst/>
            <a:gdLst/>
            <a:ahLst/>
            <a:cxnLst/>
            <a:rect l="0" t="0" r="r" b="b"/>
            <a:pathLst>
              <a:path w="981" h="981">
                <a:moveTo>
                  <a:pt x="491" y="0"/>
                </a:moveTo>
                <a:cubicBezTo>
                  <a:pt x="220" y="0"/>
                  <a:pt x="0" y="220"/>
                  <a:pt x="0" y="491"/>
                </a:cubicBezTo>
                <a:cubicBezTo>
                  <a:pt x="0" y="761"/>
                  <a:pt x="220" y="981"/>
                  <a:pt x="491" y="981"/>
                </a:cubicBezTo>
                <a:cubicBezTo>
                  <a:pt x="761" y="981"/>
                  <a:pt x="981" y="761"/>
                  <a:pt x="981" y="491"/>
                </a:cubicBezTo>
                <a:cubicBezTo>
                  <a:pt x="981" y="220"/>
                  <a:pt x="761" y="0"/>
                  <a:pt x="491" y="0"/>
                </a:cubicBezTo>
                <a:close/>
                <a:moveTo>
                  <a:pt x="491" y="896"/>
                </a:moveTo>
                <a:cubicBezTo>
                  <a:pt x="267" y="896"/>
                  <a:pt x="85" y="714"/>
                  <a:pt x="85" y="491"/>
                </a:cubicBezTo>
                <a:cubicBezTo>
                  <a:pt x="85" y="267"/>
                  <a:pt x="267" y="85"/>
                  <a:pt x="491" y="85"/>
                </a:cubicBezTo>
                <a:cubicBezTo>
                  <a:pt x="714" y="85"/>
                  <a:pt x="896" y="267"/>
                  <a:pt x="896" y="491"/>
                </a:cubicBezTo>
                <a:cubicBezTo>
                  <a:pt x="896" y="714"/>
                  <a:pt x="714" y="896"/>
                  <a:pt x="491" y="896"/>
                </a:cubicBezTo>
                <a:close/>
                <a:moveTo>
                  <a:pt x="648" y="590"/>
                </a:moveTo>
                <a:cubicBezTo>
                  <a:pt x="664" y="607"/>
                  <a:pt x="664" y="633"/>
                  <a:pt x="648" y="650"/>
                </a:cubicBezTo>
                <a:cubicBezTo>
                  <a:pt x="631" y="666"/>
                  <a:pt x="605" y="666"/>
                  <a:pt x="588" y="650"/>
                </a:cubicBezTo>
                <a:cubicBezTo>
                  <a:pt x="588" y="650"/>
                  <a:pt x="460" y="523"/>
                  <a:pt x="460" y="523"/>
                </a:cubicBezTo>
                <a:cubicBezTo>
                  <a:pt x="452" y="515"/>
                  <a:pt x="448" y="504"/>
                  <a:pt x="448" y="493"/>
                </a:cubicBezTo>
                <a:lnTo>
                  <a:pt x="448" y="192"/>
                </a:lnTo>
                <a:lnTo>
                  <a:pt x="533" y="192"/>
                </a:lnTo>
                <a:lnTo>
                  <a:pt x="533" y="475"/>
                </a:lnTo>
                <a:cubicBezTo>
                  <a:pt x="533" y="475"/>
                  <a:pt x="648" y="590"/>
                  <a:pt x="648" y="590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8625" y="1238250"/>
            <a:ext cx="5810250" cy="228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900" b="0">
                <a:solidFill>
                  <a:srgbClr val="1450F5"/>
                </a:solidFill>
                <a:latin typeface="KONE Information"/>
              </a:rPr>
              <a:t>ONE WEEK MOD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8625" y="1581150"/>
            <a:ext cx="5810250" cy="1809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300" b="0">
                <a:solidFill>
                  <a:srgbClr val="141414"/>
                </a:solidFill>
                <a:latin typeface="Inter"/>
              </a:rPr>
              <a:t>Our plan for paid media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125" y="3810000"/>
            <a:ext cx="523875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425" b="0">
                <a:solidFill>
                  <a:srgbClr val="141414"/>
                </a:solidFill>
                <a:latin typeface="Inter"/>
              </a:rPr>
              <a:t>Go-live for six EUR frontlines and India is September 21 and is non-negotiable.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125" y="4419600"/>
            <a:ext cx="523875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425" b="0">
                <a:solidFill>
                  <a:srgbClr val="141414"/>
                </a:solidFill>
                <a:latin typeface="Inter"/>
              </a:rPr>
              <a:t>Jira tickets are raised by Ajith and assigned to Aino for deployment, as usual.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125" y="5029200"/>
            <a:ext cx="523875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425" b="0">
                <a:solidFill>
                  <a:srgbClr val="141414"/>
                </a:solidFill>
                <a:latin typeface="Inter"/>
              </a:rPr>
              <a:t>Media plans are already done, so no new plan will be requested in the tickets.</a:t>
            </a:r>
          </a:p>
        </p:txBody>
      </p:sp>
      <p:pic>
        <p:nvPicPr>
          <p:cNvPr id="7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13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14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4000500" cy="6858000"/>
          </a:xfrm>
          <a:prstGeom prst="rect">
            <a:avLst/>
          </a:prstGeom>
          <a:solidFill>
            <a:srgbClr val="AAE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57750" y="209550"/>
            <a:ext cx="6905625" cy="914400"/>
          </a:xfrm>
          <a:prstGeom prst="rect">
            <a:avLst/>
          </a:prstGeom>
          <a:solidFill>
            <a:srgbClr val="F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57750" y="1257300"/>
            <a:ext cx="6905625" cy="914400"/>
          </a:xfrm>
          <a:prstGeom prst="rect">
            <a:avLst/>
          </a:prstGeom>
          <a:solidFill>
            <a:srgbClr val="F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857750" y="2305050"/>
            <a:ext cx="6905625" cy="914400"/>
          </a:xfrm>
          <a:prstGeom prst="rect">
            <a:avLst/>
          </a:prstGeom>
          <a:solidFill>
            <a:srgbClr val="F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57750" y="3352800"/>
            <a:ext cx="6905625" cy="914400"/>
          </a:xfrm>
          <a:prstGeom prst="rect">
            <a:avLst/>
          </a:prstGeom>
          <a:solidFill>
            <a:srgbClr val="F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857750" y="4400550"/>
            <a:ext cx="6905625" cy="914400"/>
          </a:xfrm>
          <a:prstGeom prst="rect">
            <a:avLst/>
          </a:prstGeom>
          <a:solidFill>
            <a:srgbClr val="F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8625" y="209550"/>
            <a:ext cx="3143250" cy="1428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1414"/>
                </a:solidFill>
                <a:latin typeface="Inter"/>
              </a:rPr>
              <a:t>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" y="1819275"/>
            <a:ext cx="3143250" cy="1524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A short walk through timing, scope and the way we will work together on this deployment.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8250" y="457200"/>
            <a:ext cx="45720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7850" y="495300"/>
            <a:ext cx="581025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650" b="0">
                <a:solidFill>
                  <a:srgbClr val="141414"/>
                </a:solidFill>
                <a:latin typeface="Inter"/>
              </a:rPr>
              <a:t>Timing and go-live dates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8250" y="1504950"/>
            <a:ext cx="45720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57850" y="1543050"/>
            <a:ext cx="581025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650" b="0">
                <a:solidFill>
                  <a:srgbClr val="141414"/>
                </a:solidFill>
                <a:latin typeface="Inter"/>
              </a:rPr>
              <a:t>Channels in scope for campaign set-up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8250" y="2552700"/>
            <a:ext cx="45720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7850" y="2590800"/>
            <a:ext cx="581025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650" b="0">
                <a:solidFill>
                  <a:srgbClr val="141414"/>
                </a:solidFill>
                <a:latin typeface="Inter"/>
              </a:rPr>
              <a:t>What sits outside HUB and Omnicom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8250" y="3600450"/>
            <a:ext cx="45720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57850" y="3638550"/>
            <a:ext cx="581025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650" b="0">
                <a:solidFill>
                  <a:srgbClr val="141414"/>
                </a:solidFill>
                <a:latin typeface="Inter"/>
              </a:rPr>
              <a:t>Who does 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8250" y="4648200"/>
            <a:ext cx="45720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800" b="0">
                <a:solidFill>
                  <a:srgbClr val="1450F5"/>
                </a:solidFill>
                <a:latin typeface="Inter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7850" y="4686300"/>
            <a:ext cx="581025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650" b="0">
                <a:solidFill>
                  <a:srgbClr val="141414"/>
                </a:solidFill>
                <a:latin typeface="Inter"/>
              </a:rPr>
              <a:t>Practicalities and assets</a:t>
            </a:r>
          </a:p>
        </p:txBody>
      </p:sp>
      <p:pic>
        <p:nvPicPr>
          <p:cNvPr id="9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22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23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1733550"/>
            <a:ext cx="3562350" cy="3238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22500" b="0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4825" y="3019425"/>
            <a:ext cx="550545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050" b="0">
                <a:solidFill>
                  <a:srgbClr val="FFFFFF"/>
                </a:solidFill>
                <a:latin typeface="KONE Information"/>
              </a:rPr>
              <a:t>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4825" y="3267075"/>
            <a:ext cx="7239000" cy="1524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4200" b="0">
                <a:solidFill>
                  <a:srgbClr val="FFFFFF"/>
                </a:solidFill>
                <a:latin typeface="Inter"/>
              </a:rPr>
              <a:t>When we go live</a:t>
            </a:r>
          </a:p>
        </p:txBody>
      </p:sp>
      <p:pic>
        <p:nvPicPr>
          <p:cNvPr id="6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2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2000250"/>
            <a:ext cx="8572500" cy="285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900" b="0">
                <a:solidFill>
                  <a:srgbClr val="1450F5"/>
                </a:solidFill>
                <a:latin typeface="KONE Information"/>
              </a:rPr>
              <a:t>GO-LIVE 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8625" y="2362200"/>
            <a:ext cx="11334750" cy="20002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9000" b="0">
                <a:solidFill>
                  <a:srgbClr val="141414"/>
                </a:solidFill>
                <a:latin typeface="Inter"/>
              </a:rP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4476750"/>
            <a:ext cx="8572500" cy="419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650" b="1">
                <a:solidFill>
                  <a:srgbClr val="141414"/>
                </a:solidFill>
                <a:latin typeface="Inter SemiBold"/>
              </a:rPr>
              <a:t>September 21 for the six EUR frontlines and India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4953000"/>
            <a:ext cx="8572500" cy="571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The date is non-negotiable. AME (US and CA) may follow later; timing will be confirmed as soon as it is known.</a:t>
            </a:r>
          </a:p>
        </p:txBody>
      </p:sp>
      <p:pic>
        <p:nvPicPr>
          <p:cNvPr id="7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8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9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img_949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hoto protection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141414">
                  <a:alpha val="0"/>
                </a:srgbClr>
              </a:gs>
              <a:gs pos="5000">
                <a:srgbClr val="141414">
                  <a:alpha val="0"/>
                </a:srgbClr>
              </a:gs>
              <a:gs pos="10000">
                <a:srgbClr val="141414">
                  <a:alpha val="0"/>
                </a:srgbClr>
              </a:gs>
              <a:gs pos="15000">
                <a:srgbClr val="141414">
                  <a:alpha val="0"/>
                </a:srgbClr>
              </a:gs>
              <a:gs pos="20000">
                <a:srgbClr val="141414">
                  <a:alpha val="0"/>
                </a:srgbClr>
              </a:gs>
              <a:gs pos="25000">
                <a:srgbClr val="141414">
                  <a:alpha val="0"/>
                </a:srgbClr>
              </a:gs>
              <a:gs pos="30000">
                <a:srgbClr val="141414">
                  <a:alpha val="0"/>
                </a:srgbClr>
              </a:gs>
              <a:gs pos="35000">
                <a:srgbClr val="141414">
                  <a:alpha val="0"/>
                </a:srgbClr>
              </a:gs>
              <a:gs pos="40000">
                <a:srgbClr val="141414">
                  <a:alpha val="0"/>
                </a:srgbClr>
              </a:gs>
              <a:gs pos="45000">
                <a:srgbClr val="141414">
                  <a:alpha val="0"/>
                </a:srgbClr>
              </a:gs>
              <a:gs pos="50000">
                <a:srgbClr val="141414">
                  <a:alpha val="0"/>
                </a:srgbClr>
              </a:gs>
              <a:gs pos="55000">
                <a:srgbClr val="141414">
                  <a:alpha val="0"/>
                </a:srgbClr>
              </a:gs>
              <a:gs pos="60000">
                <a:srgbClr val="141414">
                  <a:alpha val="0"/>
                </a:srgbClr>
              </a:gs>
              <a:gs pos="65000">
                <a:srgbClr val="141414">
                  <a:alpha val="32000"/>
                </a:srgbClr>
              </a:gs>
              <a:gs pos="70000">
                <a:srgbClr val="141414">
                  <a:alpha val="71000"/>
                </a:srgbClr>
              </a:gs>
              <a:gs pos="75000">
                <a:srgbClr val="141414">
                  <a:alpha val="78000"/>
                </a:srgbClr>
              </a:gs>
              <a:gs pos="80000">
                <a:srgbClr val="141414">
                  <a:alpha val="78000"/>
                </a:srgbClr>
              </a:gs>
              <a:gs pos="85000">
                <a:srgbClr val="141414">
                  <a:alpha val="78000"/>
                </a:srgbClr>
              </a:gs>
              <a:gs pos="90000">
                <a:srgbClr val="141414">
                  <a:alpha val="57000"/>
                </a:srgbClr>
              </a:gs>
              <a:gs pos="95000">
                <a:srgbClr val="141414">
                  <a:alpha val="18000"/>
                </a:srgbClr>
              </a:gs>
              <a:gs pos="100000">
                <a:srgbClr val="141414">
                  <a:alpha val="0"/>
                </a:srgbClr>
              </a:gs>
            </a:gsLst>
            <a:lin ang="5400000" scaled="0"/>
          </a:gradFill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71500" y="4857750"/>
            <a:ext cx="8572500" cy="285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050" b="0">
                <a:solidFill>
                  <a:srgbClr val="FFFFFF"/>
                </a:solidFill>
                <a:latin typeface="KONE Information"/>
              </a:rPr>
              <a:t>PART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191125"/>
            <a:ext cx="10001250" cy="8001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4050" b="0">
                <a:solidFill>
                  <a:srgbClr val="FFFFFF"/>
                </a:solidFill>
                <a:latin typeface="Inter"/>
              </a:rPr>
              <a:t>What is in scope, and what is not</a:t>
            </a:r>
          </a:p>
        </p:txBody>
      </p:sp>
      <p:pic>
        <p:nvPicPr>
          <p:cNvPr id="6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1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209550"/>
            <a:ext cx="11325225" cy="990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1414"/>
                </a:solidFill>
                <a:latin typeface="Inter"/>
              </a:rPr>
              <a:t>Channels we need you to set 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8625" y="2314575"/>
            <a:ext cx="1619250" cy="4762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50F5"/>
                </a:solidFill>
                <a:latin typeface="Inter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2847975"/>
            <a:ext cx="1619250" cy="952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Meta campaigns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1725" y="2314575"/>
            <a:ext cx="1619250" cy="4762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50F5"/>
                </a:solidFill>
                <a:latin typeface="Inter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1725" y="2847975"/>
            <a:ext cx="1619250" cy="952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LinkedIn campaigns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05300" y="2314575"/>
            <a:ext cx="1619250" cy="4762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50F5"/>
                </a:solidFill>
                <a:latin typeface="Inter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05300" y="2847975"/>
            <a:ext cx="1619250" cy="952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YouTube on local channels: DACH, Nordics, 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7450" y="2314575"/>
            <a:ext cx="1619250" cy="4762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50F5"/>
                </a:solidFill>
                <a:latin typeface="Inter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7450" y="2847975"/>
            <a:ext cx="1619250" cy="952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YouTube on global channel: EEM, I&amp;I, FBL, AME if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10550" y="2314575"/>
            <a:ext cx="1619250" cy="4762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50F5"/>
                </a:solidFill>
                <a:latin typeface="Inter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0550" y="2847975"/>
            <a:ext cx="1619250" cy="952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Spotify ads: Nordics only so far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4125" y="2314575"/>
            <a:ext cx="1619250" cy="4762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50F5"/>
                </a:solidFill>
                <a:latin typeface="Inter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4125" y="2847975"/>
            <a:ext cx="1619250" cy="952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Pmax and Search on Google Ads: all FLs except DACH</a:t>
            </a:r>
          </a:p>
        </p:txBody>
      </p:sp>
      <p:sp>
        <p:nvSpPr>
          <p:cNvPr id="15" name="Icon cloud"/>
          <p:cNvSpPr/>
          <p:nvPr/>
        </p:nvSpPr>
        <p:spPr>
          <a:xfrm>
            <a:off x="428625" y="1935138"/>
            <a:ext cx="381000" cy="261826"/>
          </a:xfrm>
          <a:custGeom>
            <a:avLst/>
            <a:gdLst/>
            <a:ahLst/>
            <a:cxnLst/>
            <a:rect l="0" t="0" r="r" b="b"/>
            <a:pathLst>
              <a:path w="1024" h="704">
                <a:moveTo>
                  <a:pt x="1024" y="444"/>
                </a:moveTo>
                <a:cubicBezTo>
                  <a:pt x="1024" y="587"/>
                  <a:pt x="907" y="704"/>
                  <a:pt x="764" y="704"/>
                </a:cubicBezTo>
                <a:lnTo>
                  <a:pt x="260" y="704"/>
                </a:lnTo>
                <a:cubicBezTo>
                  <a:pt x="117" y="704"/>
                  <a:pt x="0" y="587"/>
                  <a:pt x="0" y="444"/>
                </a:cubicBezTo>
                <a:cubicBezTo>
                  <a:pt x="0" y="305"/>
                  <a:pt x="109" y="192"/>
                  <a:pt x="245" y="184"/>
                </a:cubicBezTo>
                <a:cubicBezTo>
                  <a:pt x="278" y="77"/>
                  <a:pt x="377" y="0"/>
                  <a:pt x="494" y="0"/>
                </a:cubicBezTo>
                <a:cubicBezTo>
                  <a:pt x="580" y="0"/>
                  <a:pt x="660" y="43"/>
                  <a:pt x="709" y="114"/>
                </a:cubicBezTo>
                <a:lnTo>
                  <a:pt x="638" y="162"/>
                </a:lnTo>
                <a:cubicBezTo>
                  <a:pt x="634" y="156"/>
                  <a:pt x="630" y="150"/>
                  <a:pt x="625" y="144"/>
                </a:cubicBezTo>
                <a:cubicBezTo>
                  <a:pt x="625" y="144"/>
                  <a:pt x="624" y="144"/>
                  <a:pt x="624" y="144"/>
                </a:cubicBezTo>
                <a:cubicBezTo>
                  <a:pt x="421" y="85"/>
                  <a:pt x="358" y="130"/>
                  <a:pt x="332" y="194"/>
                </a:cubicBezTo>
                <a:cubicBezTo>
                  <a:pt x="324" y="214"/>
                  <a:pt x="319" y="237"/>
                  <a:pt x="319" y="260"/>
                </a:cubicBezTo>
                <a:cubicBezTo>
                  <a:pt x="319" y="267"/>
                  <a:pt x="319" y="273"/>
                  <a:pt x="320" y="279"/>
                </a:cubicBezTo>
                <a:cubicBezTo>
                  <a:pt x="301" y="272"/>
                  <a:pt x="281" y="269"/>
                  <a:pt x="260" y="269"/>
                </a:cubicBezTo>
                <a:cubicBezTo>
                  <a:pt x="251" y="269"/>
                  <a:pt x="242" y="269"/>
                  <a:pt x="234" y="271"/>
                </a:cubicBezTo>
                <a:cubicBezTo>
                  <a:pt x="150" y="283"/>
                  <a:pt x="85" y="356"/>
                  <a:pt x="85" y="444"/>
                </a:cubicBezTo>
                <a:cubicBezTo>
                  <a:pt x="85" y="540"/>
                  <a:pt x="164" y="618"/>
                  <a:pt x="260" y="618"/>
                </a:cubicBezTo>
                <a:cubicBezTo>
                  <a:pt x="357" y="618"/>
                  <a:pt x="667" y="618"/>
                  <a:pt x="764" y="618"/>
                </a:cubicBezTo>
                <a:cubicBezTo>
                  <a:pt x="860" y="618"/>
                  <a:pt x="939" y="540"/>
                  <a:pt x="939" y="444"/>
                </a:cubicBezTo>
                <a:cubicBezTo>
                  <a:pt x="939" y="347"/>
                  <a:pt x="860" y="269"/>
                  <a:pt x="764" y="269"/>
                </a:cubicBezTo>
                <a:cubicBezTo>
                  <a:pt x="760" y="269"/>
                  <a:pt x="757" y="269"/>
                  <a:pt x="754" y="269"/>
                </a:cubicBezTo>
                <a:cubicBezTo>
                  <a:pt x="721" y="271"/>
                  <a:pt x="690" y="282"/>
                  <a:pt x="664" y="300"/>
                </a:cubicBezTo>
                <a:cubicBezTo>
                  <a:pt x="664" y="299"/>
                  <a:pt x="664" y="299"/>
                  <a:pt x="664" y="298"/>
                </a:cubicBezTo>
                <a:cubicBezTo>
                  <a:pt x="618" y="330"/>
                  <a:pt x="587" y="384"/>
                  <a:pt x="587" y="444"/>
                </a:cubicBezTo>
                <a:lnTo>
                  <a:pt x="501" y="444"/>
                </a:lnTo>
                <a:cubicBezTo>
                  <a:pt x="501" y="300"/>
                  <a:pt x="618" y="183"/>
                  <a:pt x="763" y="183"/>
                </a:cubicBezTo>
                <a:cubicBezTo>
                  <a:pt x="763" y="183"/>
                  <a:pt x="763" y="183"/>
                  <a:pt x="764" y="183"/>
                </a:cubicBezTo>
                <a:cubicBezTo>
                  <a:pt x="907" y="183"/>
                  <a:pt x="1024" y="300"/>
                  <a:pt x="1024" y="444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Icon people"/>
          <p:cNvSpPr/>
          <p:nvPr/>
        </p:nvSpPr>
        <p:spPr>
          <a:xfrm>
            <a:off x="2371725" y="1966987"/>
            <a:ext cx="381000" cy="272430"/>
          </a:xfrm>
          <a:custGeom>
            <a:avLst/>
            <a:gdLst/>
            <a:ahLst/>
            <a:cxnLst/>
            <a:rect l="0" t="0" r="r" b="b"/>
            <a:pathLst>
              <a:path w="1024" h="732">
                <a:moveTo>
                  <a:pt x="354" y="405"/>
                </a:moveTo>
                <a:cubicBezTo>
                  <a:pt x="466" y="405"/>
                  <a:pt x="557" y="314"/>
                  <a:pt x="557" y="203"/>
                </a:cubicBezTo>
                <a:cubicBezTo>
                  <a:pt x="557" y="91"/>
                  <a:pt x="466" y="0"/>
                  <a:pt x="354" y="0"/>
                </a:cubicBezTo>
                <a:cubicBezTo>
                  <a:pt x="242" y="0"/>
                  <a:pt x="151" y="91"/>
                  <a:pt x="151" y="203"/>
                </a:cubicBezTo>
                <a:cubicBezTo>
                  <a:pt x="152" y="314"/>
                  <a:pt x="242" y="405"/>
                  <a:pt x="354" y="405"/>
                </a:cubicBezTo>
                <a:close/>
                <a:moveTo>
                  <a:pt x="354" y="85"/>
                </a:moveTo>
                <a:cubicBezTo>
                  <a:pt x="419" y="85"/>
                  <a:pt x="471" y="138"/>
                  <a:pt x="471" y="203"/>
                </a:cubicBezTo>
                <a:cubicBezTo>
                  <a:pt x="472" y="267"/>
                  <a:pt x="419" y="320"/>
                  <a:pt x="354" y="320"/>
                </a:cubicBezTo>
                <a:cubicBezTo>
                  <a:pt x="289" y="320"/>
                  <a:pt x="237" y="267"/>
                  <a:pt x="237" y="203"/>
                </a:cubicBezTo>
                <a:cubicBezTo>
                  <a:pt x="237" y="138"/>
                  <a:pt x="289" y="85"/>
                  <a:pt x="354" y="85"/>
                </a:cubicBezTo>
                <a:close/>
                <a:moveTo>
                  <a:pt x="704" y="654"/>
                </a:moveTo>
                <a:lnTo>
                  <a:pt x="704" y="732"/>
                </a:lnTo>
                <a:lnTo>
                  <a:pt x="619" y="732"/>
                </a:lnTo>
                <a:lnTo>
                  <a:pt x="619" y="654"/>
                </a:lnTo>
                <a:cubicBezTo>
                  <a:pt x="619" y="592"/>
                  <a:pt x="568" y="542"/>
                  <a:pt x="507" y="542"/>
                </a:cubicBezTo>
                <a:lnTo>
                  <a:pt x="197" y="542"/>
                </a:lnTo>
                <a:cubicBezTo>
                  <a:pt x="136" y="542"/>
                  <a:pt x="85" y="592"/>
                  <a:pt x="85" y="654"/>
                </a:cubicBezTo>
                <a:lnTo>
                  <a:pt x="85" y="723"/>
                </a:lnTo>
                <a:lnTo>
                  <a:pt x="0" y="723"/>
                </a:lnTo>
                <a:lnTo>
                  <a:pt x="0" y="654"/>
                </a:lnTo>
                <a:cubicBezTo>
                  <a:pt x="0" y="545"/>
                  <a:pt x="88" y="457"/>
                  <a:pt x="197" y="457"/>
                </a:cubicBezTo>
                <a:lnTo>
                  <a:pt x="507" y="457"/>
                </a:lnTo>
                <a:cubicBezTo>
                  <a:pt x="615" y="457"/>
                  <a:pt x="704" y="545"/>
                  <a:pt x="704" y="654"/>
                </a:cubicBezTo>
                <a:close/>
                <a:moveTo>
                  <a:pt x="769" y="373"/>
                </a:moveTo>
                <a:cubicBezTo>
                  <a:pt x="857" y="373"/>
                  <a:pt x="928" y="302"/>
                  <a:pt x="928" y="215"/>
                </a:cubicBezTo>
                <a:cubicBezTo>
                  <a:pt x="928" y="127"/>
                  <a:pt x="857" y="56"/>
                  <a:pt x="769" y="56"/>
                </a:cubicBezTo>
                <a:cubicBezTo>
                  <a:pt x="682" y="56"/>
                  <a:pt x="611" y="127"/>
                  <a:pt x="611" y="215"/>
                </a:cubicBezTo>
                <a:cubicBezTo>
                  <a:pt x="611" y="302"/>
                  <a:pt x="682" y="373"/>
                  <a:pt x="769" y="373"/>
                </a:cubicBezTo>
                <a:close/>
                <a:moveTo>
                  <a:pt x="769" y="141"/>
                </a:moveTo>
                <a:cubicBezTo>
                  <a:pt x="810" y="141"/>
                  <a:pt x="843" y="174"/>
                  <a:pt x="843" y="215"/>
                </a:cubicBezTo>
                <a:cubicBezTo>
                  <a:pt x="843" y="255"/>
                  <a:pt x="810" y="288"/>
                  <a:pt x="769" y="288"/>
                </a:cubicBezTo>
                <a:cubicBezTo>
                  <a:pt x="729" y="288"/>
                  <a:pt x="696" y="255"/>
                  <a:pt x="696" y="215"/>
                </a:cubicBezTo>
                <a:cubicBezTo>
                  <a:pt x="696" y="174"/>
                  <a:pt x="729" y="141"/>
                  <a:pt x="769" y="141"/>
                </a:cubicBezTo>
                <a:close/>
                <a:moveTo>
                  <a:pt x="1024" y="573"/>
                </a:moveTo>
                <a:lnTo>
                  <a:pt x="1024" y="636"/>
                </a:lnTo>
                <a:lnTo>
                  <a:pt x="939" y="636"/>
                </a:lnTo>
                <a:lnTo>
                  <a:pt x="939" y="573"/>
                </a:lnTo>
                <a:cubicBezTo>
                  <a:pt x="939" y="535"/>
                  <a:pt x="908" y="504"/>
                  <a:pt x="869" y="504"/>
                </a:cubicBezTo>
                <a:lnTo>
                  <a:pt x="731" y="504"/>
                </a:lnTo>
                <a:cubicBezTo>
                  <a:pt x="712" y="465"/>
                  <a:pt x="684" y="437"/>
                  <a:pt x="645" y="419"/>
                </a:cubicBezTo>
                <a:lnTo>
                  <a:pt x="731" y="419"/>
                </a:lnTo>
                <a:cubicBezTo>
                  <a:pt x="731" y="419"/>
                  <a:pt x="869" y="419"/>
                  <a:pt x="869" y="419"/>
                </a:cubicBezTo>
                <a:cubicBezTo>
                  <a:pt x="955" y="419"/>
                  <a:pt x="1024" y="488"/>
                  <a:pt x="1024" y="573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Icon clock"/>
          <p:cNvSpPr/>
          <p:nvPr/>
        </p:nvSpPr>
        <p:spPr>
          <a:xfrm>
            <a:off x="4313225" y="1912925"/>
            <a:ext cx="365150" cy="365150"/>
          </a:xfrm>
          <a:custGeom>
            <a:avLst/>
            <a:gdLst/>
            <a:ahLst/>
            <a:cxnLst/>
            <a:rect l="0" t="0" r="r" b="b"/>
            <a:pathLst>
              <a:path w="981" h="981">
                <a:moveTo>
                  <a:pt x="491" y="0"/>
                </a:moveTo>
                <a:cubicBezTo>
                  <a:pt x="220" y="0"/>
                  <a:pt x="0" y="220"/>
                  <a:pt x="0" y="491"/>
                </a:cubicBezTo>
                <a:cubicBezTo>
                  <a:pt x="0" y="761"/>
                  <a:pt x="220" y="981"/>
                  <a:pt x="491" y="981"/>
                </a:cubicBezTo>
                <a:cubicBezTo>
                  <a:pt x="761" y="981"/>
                  <a:pt x="981" y="761"/>
                  <a:pt x="981" y="491"/>
                </a:cubicBezTo>
                <a:cubicBezTo>
                  <a:pt x="981" y="220"/>
                  <a:pt x="761" y="0"/>
                  <a:pt x="491" y="0"/>
                </a:cubicBezTo>
                <a:close/>
                <a:moveTo>
                  <a:pt x="491" y="896"/>
                </a:moveTo>
                <a:cubicBezTo>
                  <a:pt x="267" y="896"/>
                  <a:pt x="85" y="714"/>
                  <a:pt x="85" y="491"/>
                </a:cubicBezTo>
                <a:cubicBezTo>
                  <a:pt x="85" y="267"/>
                  <a:pt x="267" y="85"/>
                  <a:pt x="491" y="85"/>
                </a:cubicBezTo>
                <a:cubicBezTo>
                  <a:pt x="714" y="85"/>
                  <a:pt x="896" y="267"/>
                  <a:pt x="896" y="491"/>
                </a:cubicBezTo>
                <a:cubicBezTo>
                  <a:pt x="896" y="714"/>
                  <a:pt x="714" y="896"/>
                  <a:pt x="491" y="896"/>
                </a:cubicBezTo>
                <a:close/>
                <a:moveTo>
                  <a:pt x="648" y="590"/>
                </a:moveTo>
                <a:cubicBezTo>
                  <a:pt x="664" y="607"/>
                  <a:pt x="664" y="633"/>
                  <a:pt x="648" y="650"/>
                </a:cubicBezTo>
                <a:cubicBezTo>
                  <a:pt x="631" y="666"/>
                  <a:pt x="605" y="666"/>
                  <a:pt x="588" y="650"/>
                </a:cubicBezTo>
                <a:cubicBezTo>
                  <a:pt x="588" y="650"/>
                  <a:pt x="460" y="523"/>
                  <a:pt x="460" y="523"/>
                </a:cubicBezTo>
                <a:cubicBezTo>
                  <a:pt x="452" y="515"/>
                  <a:pt x="448" y="504"/>
                  <a:pt x="448" y="493"/>
                </a:cubicBezTo>
                <a:lnTo>
                  <a:pt x="448" y="192"/>
                </a:lnTo>
                <a:lnTo>
                  <a:pt x="533" y="192"/>
                </a:lnTo>
                <a:lnTo>
                  <a:pt x="533" y="475"/>
                </a:lnTo>
                <a:cubicBezTo>
                  <a:pt x="533" y="475"/>
                  <a:pt x="648" y="590"/>
                  <a:pt x="648" y="590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Icon wrench"/>
          <p:cNvSpPr/>
          <p:nvPr/>
        </p:nvSpPr>
        <p:spPr>
          <a:xfrm>
            <a:off x="6278166" y="1919288"/>
            <a:ext cx="361652" cy="355439"/>
          </a:xfrm>
          <a:custGeom>
            <a:avLst/>
            <a:gdLst/>
            <a:ahLst/>
            <a:cxnLst/>
            <a:rect l="0" t="0" r="r" b="b"/>
            <a:pathLst>
              <a:path w="972" h="955">
                <a:moveTo>
                  <a:pt x="971" y="319"/>
                </a:moveTo>
                <a:lnTo>
                  <a:pt x="965" y="290"/>
                </a:lnTo>
                <a:cubicBezTo>
                  <a:pt x="962" y="277"/>
                  <a:pt x="953" y="265"/>
                  <a:pt x="941" y="260"/>
                </a:cubicBezTo>
                <a:cubicBezTo>
                  <a:pt x="929" y="254"/>
                  <a:pt x="914" y="255"/>
                  <a:pt x="903" y="261"/>
                </a:cubicBezTo>
                <a:lnTo>
                  <a:pt x="720" y="362"/>
                </a:lnTo>
                <a:cubicBezTo>
                  <a:pt x="709" y="350"/>
                  <a:pt x="693" y="330"/>
                  <a:pt x="677" y="298"/>
                </a:cubicBezTo>
                <a:cubicBezTo>
                  <a:pt x="662" y="265"/>
                  <a:pt x="657" y="240"/>
                  <a:pt x="656" y="224"/>
                </a:cubicBezTo>
                <a:lnTo>
                  <a:pt x="846" y="118"/>
                </a:lnTo>
                <a:cubicBezTo>
                  <a:pt x="859" y="111"/>
                  <a:pt x="868" y="97"/>
                  <a:pt x="868" y="81"/>
                </a:cubicBezTo>
                <a:cubicBezTo>
                  <a:pt x="868" y="66"/>
                  <a:pt x="860" y="52"/>
                  <a:pt x="846" y="44"/>
                </a:cubicBezTo>
                <a:cubicBezTo>
                  <a:pt x="809" y="23"/>
                  <a:pt x="750" y="0"/>
                  <a:pt x="694" y="0"/>
                </a:cubicBezTo>
                <a:cubicBezTo>
                  <a:pt x="600" y="0"/>
                  <a:pt x="503" y="35"/>
                  <a:pt x="450" y="87"/>
                </a:cubicBezTo>
                <a:cubicBezTo>
                  <a:pt x="450" y="88"/>
                  <a:pt x="449" y="89"/>
                  <a:pt x="448" y="90"/>
                </a:cubicBezTo>
                <a:cubicBezTo>
                  <a:pt x="376" y="176"/>
                  <a:pt x="379" y="299"/>
                  <a:pt x="384" y="350"/>
                </a:cubicBezTo>
                <a:lnTo>
                  <a:pt x="42" y="692"/>
                </a:lnTo>
                <a:cubicBezTo>
                  <a:pt x="14" y="719"/>
                  <a:pt x="0" y="756"/>
                  <a:pt x="1" y="796"/>
                </a:cubicBezTo>
                <a:cubicBezTo>
                  <a:pt x="2" y="835"/>
                  <a:pt x="19" y="873"/>
                  <a:pt x="48" y="902"/>
                </a:cubicBezTo>
                <a:lnTo>
                  <a:pt x="54" y="908"/>
                </a:lnTo>
                <a:cubicBezTo>
                  <a:pt x="82" y="937"/>
                  <a:pt x="119" y="954"/>
                  <a:pt x="158" y="955"/>
                </a:cubicBezTo>
                <a:cubicBezTo>
                  <a:pt x="158" y="955"/>
                  <a:pt x="159" y="955"/>
                  <a:pt x="159" y="955"/>
                </a:cubicBezTo>
                <a:lnTo>
                  <a:pt x="165" y="955"/>
                </a:lnTo>
                <a:cubicBezTo>
                  <a:pt x="204" y="955"/>
                  <a:pt x="238" y="941"/>
                  <a:pt x="264" y="915"/>
                </a:cubicBezTo>
                <a:lnTo>
                  <a:pt x="603" y="576"/>
                </a:lnTo>
                <a:cubicBezTo>
                  <a:pt x="628" y="583"/>
                  <a:pt x="669" y="592"/>
                  <a:pt x="707" y="592"/>
                </a:cubicBezTo>
                <a:cubicBezTo>
                  <a:pt x="752" y="592"/>
                  <a:pt x="793" y="582"/>
                  <a:pt x="829" y="562"/>
                </a:cubicBezTo>
                <a:cubicBezTo>
                  <a:pt x="901" y="523"/>
                  <a:pt x="949" y="446"/>
                  <a:pt x="971" y="336"/>
                </a:cubicBezTo>
                <a:cubicBezTo>
                  <a:pt x="972" y="330"/>
                  <a:pt x="972" y="325"/>
                  <a:pt x="971" y="319"/>
                </a:cubicBezTo>
                <a:close/>
                <a:moveTo>
                  <a:pt x="788" y="488"/>
                </a:moveTo>
                <a:cubicBezTo>
                  <a:pt x="765" y="500"/>
                  <a:pt x="737" y="507"/>
                  <a:pt x="707" y="507"/>
                </a:cubicBezTo>
                <a:cubicBezTo>
                  <a:pt x="661" y="506"/>
                  <a:pt x="605" y="488"/>
                  <a:pt x="605" y="487"/>
                </a:cubicBezTo>
                <a:cubicBezTo>
                  <a:pt x="590" y="482"/>
                  <a:pt x="572" y="486"/>
                  <a:pt x="561" y="498"/>
                </a:cubicBezTo>
                <a:lnTo>
                  <a:pt x="204" y="854"/>
                </a:lnTo>
                <a:cubicBezTo>
                  <a:pt x="194" y="865"/>
                  <a:pt x="181" y="870"/>
                  <a:pt x="166" y="870"/>
                </a:cubicBezTo>
                <a:lnTo>
                  <a:pt x="161" y="870"/>
                </a:lnTo>
                <a:cubicBezTo>
                  <a:pt x="144" y="869"/>
                  <a:pt x="127" y="861"/>
                  <a:pt x="114" y="848"/>
                </a:cubicBezTo>
                <a:lnTo>
                  <a:pt x="108" y="842"/>
                </a:lnTo>
                <a:cubicBezTo>
                  <a:pt x="95" y="828"/>
                  <a:pt x="87" y="811"/>
                  <a:pt x="86" y="793"/>
                </a:cubicBezTo>
                <a:cubicBezTo>
                  <a:pt x="86" y="777"/>
                  <a:pt x="92" y="763"/>
                  <a:pt x="102" y="752"/>
                </a:cubicBezTo>
                <a:lnTo>
                  <a:pt x="459" y="395"/>
                </a:lnTo>
                <a:cubicBezTo>
                  <a:pt x="469" y="385"/>
                  <a:pt x="473" y="371"/>
                  <a:pt x="471" y="358"/>
                </a:cubicBezTo>
                <a:cubicBezTo>
                  <a:pt x="471" y="356"/>
                  <a:pt x="448" y="224"/>
                  <a:pt x="512" y="146"/>
                </a:cubicBezTo>
                <a:cubicBezTo>
                  <a:pt x="549" y="111"/>
                  <a:pt x="625" y="85"/>
                  <a:pt x="694" y="85"/>
                </a:cubicBezTo>
                <a:cubicBezTo>
                  <a:pt x="704" y="85"/>
                  <a:pt x="714" y="87"/>
                  <a:pt x="724" y="88"/>
                </a:cubicBezTo>
                <a:lnTo>
                  <a:pt x="593" y="161"/>
                </a:lnTo>
                <a:cubicBezTo>
                  <a:pt x="582" y="167"/>
                  <a:pt x="575" y="178"/>
                  <a:pt x="572" y="190"/>
                </a:cubicBezTo>
                <a:cubicBezTo>
                  <a:pt x="571" y="196"/>
                  <a:pt x="561" y="254"/>
                  <a:pt x="601" y="335"/>
                </a:cubicBezTo>
                <a:cubicBezTo>
                  <a:pt x="643" y="421"/>
                  <a:pt x="688" y="447"/>
                  <a:pt x="697" y="451"/>
                </a:cubicBezTo>
                <a:cubicBezTo>
                  <a:pt x="709" y="458"/>
                  <a:pt x="724" y="457"/>
                  <a:pt x="736" y="451"/>
                </a:cubicBezTo>
                <a:lnTo>
                  <a:pt x="872" y="375"/>
                </a:lnTo>
                <a:cubicBezTo>
                  <a:pt x="853" y="429"/>
                  <a:pt x="825" y="467"/>
                  <a:pt x="788" y="488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Icon calendar"/>
          <p:cNvSpPr/>
          <p:nvPr/>
        </p:nvSpPr>
        <p:spPr>
          <a:xfrm>
            <a:off x="8236707" y="1931863"/>
            <a:ext cx="328687" cy="332296"/>
          </a:xfrm>
          <a:custGeom>
            <a:avLst/>
            <a:gdLst/>
            <a:ahLst/>
            <a:cxnLst/>
            <a:rect l="0" t="0" r="r" b="b"/>
            <a:pathLst>
              <a:path w="883" h="893">
                <a:moveTo>
                  <a:pt x="209" y="431"/>
                </a:moveTo>
                <a:lnTo>
                  <a:pt x="294" y="431"/>
                </a:lnTo>
                <a:lnTo>
                  <a:pt x="294" y="517"/>
                </a:lnTo>
                <a:lnTo>
                  <a:pt x="209" y="517"/>
                </a:lnTo>
                <a:lnTo>
                  <a:pt x="209" y="431"/>
                </a:lnTo>
                <a:close/>
                <a:moveTo>
                  <a:pt x="401" y="517"/>
                </a:moveTo>
                <a:lnTo>
                  <a:pt x="486" y="517"/>
                </a:lnTo>
                <a:lnTo>
                  <a:pt x="486" y="431"/>
                </a:lnTo>
                <a:lnTo>
                  <a:pt x="401" y="431"/>
                </a:lnTo>
                <a:lnTo>
                  <a:pt x="401" y="517"/>
                </a:lnTo>
                <a:close/>
                <a:moveTo>
                  <a:pt x="593" y="517"/>
                </a:moveTo>
                <a:lnTo>
                  <a:pt x="674" y="517"/>
                </a:lnTo>
                <a:lnTo>
                  <a:pt x="674" y="431"/>
                </a:lnTo>
                <a:lnTo>
                  <a:pt x="593" y="431"/>
                </a:lnTo>
                <a:lnTo>
                  <a:pt x="593" y="517"/>
                </a:lnTo>
                <a:close/>
                <a:moveTo>
                  <a:pt x="883" y="172"/>
                </a:moveTo>
                <a:lnTo>
                  <a:pt x="883" y="717"/>
                </a:lnTo>
                <a:cubicBezTo>
                  <a:pt x="883" y="729"/>
                  <a:pt x="879" y="740"/>
                  <a:pt x="871" y="748"/>
                </a:cubicBezTo>
                <a:lnTo>
                  <a:pt x="738" y="881"/>
                </a:lnTo>
                <a:cubicBezTo>
                  <a:pt x="730" y="889"/>
                  <a:pt x="719" y="893"/>
                  <a:pt x="708" y="893"/>
                </a:cubicBezTo>
                <a:lnTo>
                  <a:pt x="107" y="893"/>
                </a:lnTo>
                <a:cubicBezTo>
                  <a:pt x="48" y="893"/>
                  <a:pt x="0" y="845"/>
                  <a:pt x="0" y="786"/>
                </a:cubicBezTo>
                <a:lnTo>
                  <a:pt x="0" y="172"/>
                </a:lnTo>
                <a:cubicBezTo>
                  <a:pt x="0" y="113"/>
                  <a:pt x="48" y="65"/>
                  <a:pt x="107" y="65"/>
                </a:cubicBezTo>
                <a:lnTo>
                  <a:pt x="207" y="65"/>
                </a:lnTo>
                <a:lnTo>
                  <a:pt x="207" y="0"/>
                </a:lnTo>
                <a:lnTo>
                  <a:pt x="292" y="0"/>
                </a:lnTo>
                <a:lnTo>
                  <a:pt x="292" y="65"/>
                </a:lnTo>
                <a:lnTo>
                  <a:pt x="591" y="65"/>
                </a:lnTo>
                <a:lnTo>
                  <a:pt x="591" y="0"/>
                </a:lnTo>
                <a:lnTo>
                  <a:pt x="676" y="0"/>
                </a:lnTo>
                <a:lnTo>
                  <a:pt x="676" y="65"/>
                </a:lnTo>
                <a:lnTo>
                  <a:pt x="777" y="65"/>
                </a:lnTo>
                <a:cubicBezTo>
                  <a:pt x="836" y="65"/>
                  <a:pt x="883" y="113"/>
                  <a:pt x="883" y="172"/>
                </a:cubicBezTo>
                <a:close/>
                <a:moveTo>
                  <a:pt x="798" y="172"/>
                </a:moveTo>
                <a:cubicBezTo>
                  <a:pt x="798" y="160"/>
                  <a:pt x="788" y="151"/>
                  <a:pt x="777" y="151"/>
                </a:cubicBezTo>
                <a:lnTo>
                  <a:pt x="107" y="151"/>
                </a:lnTo>
                <a:cubicBezTo>
                  <a:pt x="95" y="151"/>
                  <a:pt x="85" y="160"/>
                  <a:pt x="85" y="172"/>
                </a:cubicBezTo>
                <a:lnTo>
                  <a:pt x="85" y="248"/>
                </a:lnTo>
                <a:lnTo>
                  <a:pt x="729" y="248"/>
                </a:lnTo>
                <a:lnTo>
                  <a:pt x="729" y="312"/>
                </a:lnTo>
                <a:lnTo>
                  <a:pt x="85" y="312"/>
                </a:lnTo>
                <a:lnTo>
                  <a:pt x="85" y="786"/>
                </a:lnTo>
                <a:cubicBezTo>
                  <a:pt x="85" y="798"/>
                  <a:pt x="95" y="808"/>
                  <a:pt x="107" y="808"/>
                </a:cubicBezTo>
                <a:lnTo>
                  <a:pt x="690" y="808"/>
                </a:lnTo>
                <a:lnTo>
                  <a:pt x="798" y="700"/>
                </a:lnTo>
                <a:lnTo>
                  <a:pt x="798" y="172"/>
                </a:lnTo>
                <a:close/>
                <a:moveTo>
                  <a:pt x="401" y="688"/>
                </a:moveTo>
                <a:lnTo>
                  <a:pt x="486" y="688"/>
                </a:lnTo>
                <a:lnTo>
                  <a:pt x="486" y="603"/>
                </a:lnTo>
                <a:lnTo>
                  <a:pt x="401" y="603"/>
                </a:lnTo>
                <a:lnTo>
                  <a:pt x="401" y="688"/>
                </a:lnTo>
                <a:close/>
                <a:moveTo>
                  <a:pt x="209" y="688"/>
                </a:moveTo>
                <a:lnTo>
                  <a:pt x="294" y="688"/>
                </a:lnTo>
                <a:lnTo>
                  <a:pt x="294" y="603"/>
                </a:lnTo>
                <a:lnTo>
                  <a:pt x="209" y="603"/>
                </a:lnTo>
                <a:lnTo>
                  <a:pt x="209" y="688"/>
                </a:ln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Icon elevator"/>
          <p:cNvSpPr/>
          <p:nvPr/>
        </p:nvSpPr>
        <p:spPr>
          <a:xfrm>
            <a:off x="10220027" y="1910916"/>
            <a:ext cx="229233" cy="372182"/>
          </a:xfrm>
          <a:custGeom>
            <a:avLst/>
            <a:gdLst/>
            <a:ahLst/>
            <a:cxnLst/>
            <a:rect l="0" t="0" r="r" b="b"/>
            <a:pathLst>
              <a:path w="616" h="1000">
                <a:moveTo>
                  <a:pt x="610" y="504"/>
                </a:moveTo>
                <a:lnTo>
                  <a:pt x="606" y="504"/>
                </a:lnTo>
                <a:lnTo>
                  <a:pt x="610" y="504"/>
                </a:lnTo>
                <a:lnTo>
                  <a:pt x="610" y="894"/>
                </a:lnTo>
                <a:cubicBezTo>
                  <a:pt x="610" y="952"/>
                  <a:pt x="562" y="1000"/>
                  <a:pt x="503" y="1000"/>
                </a:cubicBezTo>
                <a:lnTo>
                  <a:pt x="113" y="1000"/>
                </a:lnTo>
                <a:cubicBezTo>
                  <a:pt x="54" y="1000"/>
                  <a:pt x="6" y="952"/>
                  <a:pt x="6" y="894"/>
                </a:cubicBezTo>
                <a:lnTo>
                  <a:pt x="6" y="504"/>
                </a:lnTo>
                <a:lnTo>
                  <a:pt x="10" y="504"/>
                </a:lnTo>
                <a:lnTo>
                  <a:pt x="6" y="504"/>
                </a:lnTo>
                <a:cubicBezTo>
                  <a:pt x="6" y="481"/>
                  <a:pt x="15" y="460"/>
                  <a:pt x="31" y="444"/>
                </a:cubicBezTo>
                <a:cubicBezTo>
                  <a:pt x="47" y="427"/>
                  <a:pt x="69" y="419"/>
                  <a:pt x="92" y="419"/>
                </a:cubicBezTo>
                <a:lnTo>
                  <a:pt x="92" y="505"/>
                </a:lnTo>
                <a:cubicBezTo>
                  <a:pt x="92" y="505"/>
                  <a:pt x="92" y="894"/>
                  <a:pt x="92" y="894"/>
                </a:cubicBezTo>
                <a:cubicBezTo>
                  <a:pt x="92" y="905"/>
                  <a:pt x="101" y="915"/>
                  <a:pt x="113" y="915"/>
                </a:cubicBezTo>
                <a:lnTo>
                  <a:pt x="503" y="915"/>
                </a:lnTo>
                <a:cubicBezTo>
                  <a:pt x="515" y="915"/>
                  <a:pt x="524" y="905"/>
                  <a:pt x="524" y="894"/>
                </a:cubicBezTo>
                <a:lnTo>
                  <a:pt x="524" y="504"/>
                </a:lnTo>
                <a:cubicBezTo>
                  <a:pt x="524" y="504"/>
                  <a:pt x="524" y="419"/>
                  <a:pt x="524" y="419"/>
                </a:cubicBezTo>
                <a:cubicBezTo>
                  <a:pt x="547" y="419"/>
                  <a:pt x="569" y="427"/>
                  <a:pt x="585" y="444"/>
                </a:cubicBezTo>
                <a:cubicBezTo>
                  <a:pt x="601" y="460"/>
                  <a:pt x="610" y="481"/>
                  <a:pt x="610" y="504"/>
                </a:cubicBezTo>
                <a:close/>
                <a:moveTo>
                  <a:pt x="160" y="505"/>
                </a:moveTo>
                <a:lnTo>
                  <a:pt x="456" y="505"/>
                </a:lnTo>
                <a:lnTo>
                  <a:pt x="456" y="419"/>
                </a:lnTo>
                <a:lnTo>
                  <a:pt x="160" y="419"/>
                </a:lnTo>
                <a:lnTo>
                  <a:pt x="160" y="505"/>
                </a:lnTo>
                <a:close/>
                <a:moveTo>
                  <a:pt x="417" y="316"/>
                </a:moveTo>
                <a:cubicBezTo>
                  <a:pt x="417" y="329"/>
                  <a:pt x="425" y="341"/>
                  <a:pt x="437" y="346"/>
                </a:cubicBezTo>
                <a:cubicBezTo>
                  <a:pt x="441" y="347"/>
                  <a:pt x="445" y="348"/>
                  <a:pt x="449" y="348"/>
                </a:cubicBezTo>
                <a:cubicBezTo>
                  <a:pt x="457" y="348"/>
                  <a:pt x="466" y="345"/>
                  <a:pt x="472" y="339"/>
                </a:cubicBezTo>
                <a:lnTo>
                  <a:pt x="597" y="212"/>
                </a:lnTo>
                <a:cubicBezTo>
                  <a:pt x="609" y="200"/>
                  <a:pt x="616" y="184"/>
                  <a:pt x="616" y="167"/>
                </a:cubicBezTo>
                <a:cubicBezTo>
                  <a:pt x="616" y="150"/>
                  <a:pt x="609" y="134"/>
                  <a:pt x="597" y="122"/>
                </a:cubicBezTo>
                <a:lnTo>
                  <a:pt x="552" y="167"/>
                </a:lnTo>
                <a:cubicBezTo>
                  <a:pt x="552" y="167"/>
                  <a:pt x="481" y="238"/>
                  <a:pt x="481" y="238"/>
                </a:cubicBezTo>
                <a:lnTo>
                  <a:pt x="481" y="34"/>
                </a:lnTo>
                <a:cubicBezTo>
                  <a:pt x="481" y="17"/>
                  <a:pt x="467" y="2"/>
                  <a:pt x="449" y="2"/>
                </a:cubicBezTo>
                <a:cubicBezTo>
                  <a:pt x="438" y="2"/>
                  <a:pt x="428" y="8"/>
                  <a:pt x="422" y="17"/>
                </a:cubicBezTo>
                <a:cubicBezTo>
                  <a:pt x="419" y="22"/>
                  <a:pt x="417" y="28"/>
                  <a:pt x="417" y="35"/>
                </a:cubicBezTo>
                <a:lnTo>
                  <a:pt x="417" y="36"/>
                </a:lnTo>
                <a:cubicBezTo>
                  <a:pt x="417" y="36"/>
                  <a:pt x="417" y="316"/>
                  <a:pt x="417" y="316"/>
                </a:cubicBezTo>
                <a:close/>
                <a:moveTo>
                  <a:pt x="19" y="231"/>
                </a:moveTo>
                <a:lnTo>
                  <a:pt x="64" y="186"/>
                </a:lnTo>
                <a:cubicBezTo>
                  <a:pt x="64" y="186"/>
                  <a:pt x="135" y="113"/>
                  <a:pt x="135" y="113"/>
                </a:cubicBezTo>
                <a:lnTo>
                  <a:pt x="135" y="316"/>
                </a:lnTo>
                <a:cubicBezTo>
                  <a:pt x="135" y="334"/>
                  <a:pt x="149" y="348"/>
                  <a:pt x="167" y="348"/>
                </a:cubicBezTo>
                <a:cubicBezTo>
                  <a:pt x="185" y="348"/>
                  <a:pt x="199" y="334"/>
                  <a:pt x="199" y="316"/>
                </a:cubicBezTo>
                <a:lnTo>
                  <a:pt x="199" y="314"/>
                </a:lnTo>
                <a:cubicBezTo>
                  <a:pt x="199" y="314"/>
                  <a:pt x="199" y="34"/>
                  <a:pt x="199" y="34"/>
                </a:cubicBezTo>
                <a:cubicBezTo>
                  <a:pt x="199" y="22"/>
                  <a:pt x="191" y="10"/>
                  <a:pt x="179" y="5"/>
                </a:cubicBezTo>
                <a:cubicBezTo>
                  <a:pt x="167" y="0"/>
                  <a:pt x="153" y="3"/>
                  <a:pt x="144" y="12"/>
                </a:cubicBezTo>
                <a:lnTo>
                  <a:pt x="18" y="141"/>
                </a:lnTo>
                <a:cubicBezTo>
                  <a:pt x="6" y="153"/>
                  <a:pt x="0" y="169"/>
                  <a:pt x="0" y="187"/>
                </a:cubicBezTo>
                <a:cubicBezTo>
                  <a:pt x="0" y="204"/>
                  <a:pt x="7" y="220"/>
                  <a:pt x="20" y="231"/>
                </a:cubicBezTo>
                <a:close/>
                <a:moveTo>
                  <a:pt x="320" y="230"/>
                </a:moveTo>
                <a:cubicBezTo>
                  <a:pt x="320" y="230"/>
                  <a:pt x="363" y="273"/>
                  <a:pt x="363" y="273"/>
                </a:cubicBezTo>
                <a:lnTo>
                  <a:pt x="363" y="187"/>
                </a:lnTo>
                <a:cubicBezTo>
                  <a:pt x="363" y="187"/>
                  <a:pt x="297" y="121"/>
                  <a:pt x="297" y="121"/>
                </a:cubicBezTo>
                <a:cubicBezTo>
                  <a:pt x="297" y="121"/>
                  <a:pt x="254" y="78"/>
                  <a:pt x="254" y="78"/>
                </a:cubicBezTo>
                <a:lnTo>
                  <a:pt x="253" y="163"/>
                </a:lnTo>
                <a:cubicBezTo>
                  <a:pt x="253" y="163"/>
                  <a:pt x="320" y="230"/>
                  <a:pt x="320" y="230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2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23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24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428625"/>
            <a:ext cx="8734425" cy="285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900" b="0">
                <a:solidFill>
                  <a:srgbClr val="1450F5"/>
                </a:solidFill>
                <a:latin typeface="KONE Information"/>
              </a:rPr>
              <a:t>OUT OF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8625" y="866775"/>
            <a:ext cx="8734425" cy="990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1414"/>
                </a:solidFill>
                <a:latin typeface="Inter"/>
              </a:rPr>
              <a:t>Handled outside HUB and Omnicom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8625" y="2162175"/>
            <a:ext cx="8734425" cy="8572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Three activities are managed directly by the frontlines with their own partners, so no tickets will come your way for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8625" y="4191000"/>
            <a:ext cx="1933575" cy="1428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Outdoor displays: EUR works directly with Dwise.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71775" y="4191000"/>
            <a:ext cx="1933575" cy="1428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Account based advertising: EUR works directly with Dun &amp; Bradstreet.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14925" y="4191000"/>
            <a:ext cx="1933575" cy="1428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Geofencing: Nordics handles this with a local agency.</a:t>
            </a:r>
          </a:p>
        </p:txBody>
      </p:sp>
      <p:sp>
        <p:nvSpPr>
          <p:cNvPr id="8" name="Icon cloud"/>
          <p:cNvSpPr/>
          <p:nvPr/>
        </p:nvSpPr>
        <p:spPr>
          <a:xfrm>
            <a:off x="485775" y="3706983"/>
            <a:ext cx="428625" cy="294554"/>
          </a:xfrm>
          <a:custGeom>
            <a:avLst/>
            <a:gdLst/>
            <a:ahLst/>
            <a:cxnLst/>
            <a:rect l="0" t="0" r="r" b="b"/>
            <a:pathLst>
              <a:path w="1024" h="704">
                <a:moveTo>
                  <a:pt x="1024" y="444"/>
                </a:moveTo>
                <a:cubicBezTo>
                  <a:pt x="1024" y="587"/>
                  <a:pt x="907" y="704"/>
                  <a:pt x="764" y="704"/>
                </a:cubicBezTo>
                <a:lnTo>
                  <a:pt x="260" y="704"/>
                </a:lnTo>
                <a:cubicBezTo>
                  <a:pt x="117" y="704"/>
                  <a:pt x="0" y="587"/>
                  <a:pt x="0" y="444"/>
                </a:cubicBezTo>
                <a:cubicBezTo>
                  <a:pt x="0" y="305"/>
                  <a:pt x="109" y="192"/>
                  <a:pt x="245" y="184"/>
                </a:cubicBezTo>
                <a:cubicBezTo>
                  <a:pt x="278" y="77"/>
                  <a:pt x="377" y="0"/>
                  <a:pt x="494" y="0"/>
                </a:cubicBezTo>
                <a:cubicBezTo>
                  <a:pt x="580" y="0"/>
                  <a:pt x="660" y="43"/>
                  <a:pt x="709" y="114"/>
                </a:cubicBezTo>
                <a:lnTo>
                  <a:pt x="638" y="162"/>
                </a:lnTo>
                <a:cubicBezTo>
                  <a:pt x="634" y="156"/>
                  <a:pt x="630" y="150"/>
                  <a:pt x="625" y="144"/>
                </a:cubicBezTo>
                <a:cubicBezTo>
                  <a:pt x="625" y="144"/>
                  <a:pt x="624" y="144"/>
                  <a:pt x="624" y="144"/>
                </a:cubicBezTo>
                <a:cubicBezTo>
                  <a:pt x="421" y="85"/>
                  <a:pt x="358" y="130"/>
                  <a:pt x="332" y="194"/>
                </a:cubicBezTo>
                <a:cubicBezTo>
                  <a:pt x="324" y="214"/>
                  <a:pt x="319" y="237"/>
                  <a:pt x="319" y="260"/>
                </a:cubicBezTo>
                <a:cubicBezTo>
                  <a:pt x="319" y="267"/>
                  <a:pt x="319" y="273"/>
                  <a:pt x="320" y="279"/>
                </a:cubicBezTo>
                <a:cubicBezTo>
                  <a:pt x="301" y="272"/>
                  <a:pt x="281" y="269"/>
                  <a:pt x="260" y="269"/>
                </a:cubicBezTo>
                <a:cubicBezTo>
                  <a:pt x="251" y="269"/>
                  <a:pt x="242" y="269"/>
                  <a:pt x="234" y="271"/>
                </a:cubicBezTo>
                <a:cubicBezTo>
                  <a:pt x="150" y="283"/>
                  <a:pt x="85" y="356"/>
                  <a:pt x="85" y="444"/>
                </a:cubicBezTo>
                <a:cubicBezTo>
                  <a:pt x="85" y="540"/>
                  <a:pt x="164" y="618"/>
                  <a:pt x="260" y="618"/>
                </a:cubicBezTo>
                <a:cubicBezTo>
                  <a:pt x="357" y="618"/>
                  <a:pt x="667" y="618"/>
                  <a:pt x="764" y="618"/>
                </a:cubicBezTo>
                <a:cubicBezTo>
                  <a:pt x="860" y="618"/>
                  <a:pt x="939" y="540"/>
                  <a:pt x="939" y="444"/>
                </a:cubicBezTo>
                <a:cubicBezTo>
                  <a:pt x="939" y="347"/>
                  <a:pt x="860" y="269"/>
                  <a:pt x="764" y="269"/>
                </a:cubicBezTo>
                <a:cubicBezTo>
                  <a:pt x="760" y="269"/>
                  <a:pt x="757" y="269"/>
                  <a:pt x="754" y="269"/>
                </a:cubicBezTo>
                <a:cubicBezTo>
                  <a:pt x="721" y="271"/>
                  <a:pt x="690" y="282"/>
                  <a:pt x="664" y="300"/>
                </a:cubicBezTo>
                <a:cubicBezTo>
                  <a:pt x="664" y="299"/>
                  <a:pt x="664" y="299"/>
                  <a:pt x="664" y="298"/>
                </a:cubicBezTo>
                <a:cubicBezTo>
                  <a:pt x="618" y="330"/>
                  <a:pt x="587" y="384"/>
                  <a:pt x="587" y="444"/>
                </a:cubicBezTo>
                <a:lnTo>
                  <a:pt x="501" y="444"/>
                </a:lnTo>
                <a:cubicBezTo>
                  <a:pt x="501" y="300"/>
                  <a:pt x="618" y="183"/>
                  <a:pt x="763" y="183"/>
                </a:cubicBezTo>
                <a:cubicBezTo>
                  <a:pt x="763" y="183"/>
                  <a:pt x="763" y="183"/>
                  <a:pt x="764" y="183"/>
                </a:cubicBezTo>
                <a:cubicBezTo>
                  <a:pt x="907" y="183"/>
                  <a:pt x="1024" y="300"/>
                  <a:pt x="1024" y="444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Icon people"/>
          <p:cNvSpPr/>
          <p:nvPr/>
        </p:nvSpPr>
        <p:spPr>
          <a:xfrm>
            <a:off x="2828925" y="3742813"/>
            <a:ext cx="428625" cy="306484"/>
          </a:xfrm>
          <a:custGeom>
            <a:avLst/>
            <a:gdLst/>
            <a:ahLst/>
            <a:cxnLst/>
            <a:rect l="0" t="0" r="r" b="b"/>
            <a:pathLst>
              <a:path w="1024" h="732">
                <a:moveTo>
                  <a:pt x="354" y="405"/>
                </a:moveTo>
                <a:cubicBezTo>
                  <a:pt x="466" y="405"/>
                  <a:pt x="557" y="314"/>
                  <a:pt x="557" y="203"/>
                </a:cubicBezTo>
                <a:cubicBezTo>
                  <a:pt x="557" y="91"/>
                  <a:pt x="466" y="0"/>
                  <a:pt x="354" y="0"/>
                </a:cubicBezTo>
                <a:cubicBezTo>
                  <a:pt x="242" y="0"/>
                  <a:pt x="151" y="91"/>
                  <a:pt x="151" y="203"/>
                </a:cubicBezTo>
                <a:cubicBezTo>
                  <a:pt x="152" y="314"/>
                  <a:pt x="242" y="405"/>
                  <a:pt x="354" y="405"/>
                </a:cubicBezTo>
                <a:close/>
                <a:moveTo>
                  <a:pt x="354" y="85"/>
                </a:moveTo>
                <a:cubicBezTo>
                  <a:pt x="419" y="85"/>
                  <a:pt x="471" y="138"/>
                  <a:pt x="471" y="203"/>
                </a:cubicBezTo>
                <a:cubicBezTo>
                  <a:pt x="472" y="267"/>
                  <a:pt x="419" y="320"/>
                  <a:pt x="354" y="320"/>
                </a:cubicBezTo>
                <a:cubicBezTo>
                  <a:pt x="289" y="320"/>
                  <a:pt x="237" y="267"/>
                  <a:pt x="237" y="203"/>
                </a:cubicBezTo>
                <a:cubicBezTo>
                  <a:pt x="237" y="138"/>
                  <a:pt x="289" y="85"/>
                  <a:pt x="354" y="85"/>
                </a:cubicBezTo>
                <a:close/>
                <a:moveTo>
                  <a:pt x="704" y="654"/>
                </a:moveTo>
                <a:lnTo>
                  <a:pt x="704" y="732"/>
                </a:lnTo>
                <a:lnTo>
                  <a:pt x="619" y="732"/>
                </a:lnTo>
                <a:lnTo>
                  <a:pt x="619" y="654"/>
                </a:lnTo>
                <a:cubicBezTo>
                  <a:pt x="619" y="592"/>
                  <a:pt x="568" y="542"/>
                  <a:pt x="507" y="542"/>
                </a:cubicBezTo>
                <a:lnTo>
                  <a:pt x="197" y="542"/>
                </a:lnTo>
                <a:cubicBezTo>
                  <a:pt x="136" y="542"/>
                  <a:pt x="85" y="592"/>
                  <a:pt x="85" y="654"/>
                </a:cubicBezTo>
                <a:lnTo>
                  <a:pt x="85" y="723"/>
                </a:lnTo>
                <a:lnTo>
                  <a:pt x="0" y="723"/>
                </a:lnTo>
                <a:lnTo>
                  <a:pt x="0" y="654"/>
                </a:lnTo>
                <a:cubicBezTo>
                  <a:pt x="0" y="545"/>
                  <a:pt x="88" y="457"/>
                  <a:pt x="197" y="457"/>
                </a:cubicBezTo>
                <a:lnTo>
                  <a:pt x="507" y="457"/>
                </a:lnTo>
                <a:cubicBezTo>
                  <a:pt x="615" y="457"/>
                  <a:pt x="704" y="545"/>
                  <a:pt x="704" y="654"/>
                </a:cubicBezTo>
                <a:close/>
                <a:moveTo>
                  <a:pt x="769" y="373"/>
                </a:moveTo>
                <a:cubicBezTo>
                  <a:pt x="857" y="373"/>
                  <a:pt x="928" y="302"/>
                  <a:pt x="928" y="215"/>
                </a:cubicBezTo>
                <a:cubicBezTo>
                  <a:pt x="928" y="127"/>
                  <a:pt x="857" y="56"/>
                  <a:pt x="769" y="56"/>
                </a:cubicBezTo>
                <a:cubicBezTo>
                  <a:pt x="682" y="56"/>
                  <a:pt x="611" y="127"/>
                  <a:pt x="611" y="215"/>
                </a:cubicBezTo>
                <a:cubicBezTo>
                  <a:pt x="611" y="302"/>
                  <a:pt x="682" y="373"/>
                  <a:pt x="769" y="373"/>
                </a:cubicBezTo>
                <a:close/>
                <a:moveTo>
                  <a:pt x="769" y="141"/>
                </a:moveTo>
                <a:cubicBezTo>
                  <a:pt x="810" y="141"/>
                  <a:pt x="843" y="174"/>
                  <a:pt x="843" y="215"/>
                </a:cubicBezTo>
                <a:cubicBezTo>
                  <a:pt x="843" y="255"/>
                  <a:pt x="810" y="288"/>
                  <a:pt x="769" y="288"/>
                </a:cubicBezTo>
                <a:cubicBezTo>
                  <a:pt x="729" y="288"/>
                  <a:pt x="696" y="255"/>
                  <a:pt x="696" y="215"/>
                </a:cubicBezTo>
                <a:cubicBezTo>
                  <a:pt x="696" y="174"/>
                  <a:pt x="729" y="141"/>
                  <a:pt x="769" y="141"/>
                </a:cubicBezTo>
                <a:close/>
                <a:moveTo>
                  <a:pt x="1024" y="573"/>
                </a:moveTo>
                <a:lnTo>
                  <a:pt x="1024" y="636"/>
                </a:lnTo>
                <a:lnTo>
                  <a:pt x="939" y="636"/>
                </a:lnTo>
                <a:lnTo>
                  <a:pt x="939" y="573"/>
                </a:lnTo>
                <a:cubicBezTo>
                  <a:pt x="939" y="535"/>
                  <a:pt x="908" y="504"/>
                  <a:pt x="869" y="504"/>
                </a:cubicBezTo>
                <a:lnTo>
                  <a:pt x="731" y="504"/>
                </a:lnTo>
                <a:cubicBezTo>
                  <a:pt x="712" y="465"/>
                  <a:pt x="684" y="437"/>
                  <a:pt x="645" y="419"/>
                </a:cubicBezTo>
                <a:lnTo>
                  <a:pt x="731" y="419"/>
                </a:lnTo>
                <a:cubicBezTo>
                  <a:pt x="731" y="419"/>
                  <a:pt x="869" y="419"/>
                  <a:pt x="869" y="419"/>
                </a:cubicBezTo>
                <a:cubicBezTo>
                  <a:pt x="955" y="419"/>
                  <a:pt x="1024" y="488"/>
                  <a:pt x="1024" y="573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Icon clock"/>
          <p:cNvSpPr/>
          <p:nvPr/>
        </p:nvSpPr>
        <p:spPr>
          <a:xfrm>
            <a:off x="5180991" y="3681994"/>
            <a:ext cx="410794" cy="410794"/>
          </a:xfrm>
          <a:custGeom>
            <a:avLst/>
            <a:gdLst/>
            <a:ahLst/>
            <a:cxnLst/>
            <a:rect l="0" t="0" r="r" b="b"/>
            <a:pathLst>
              <a:path w="981" h="981">
                <a:moveTo>
                  <a:pt x="491" y="0"/>
                </a:moveTo>
                <a:cubicBezTo>
                  <a:pt x="220" y="0"/>
                  <a:pt x="0" y="220"/>
                  <a:pt x="0" y="491"/>
                </a:cubicBezTo>
                <a:cubicBezTo>
                  <a:pt x="0" y="761"/>
                  <a:pt x="220" y="981"/>
                  <a:pt x="491" y="981"/>
                </a:cubicBezTo>
                <a:cubicBezTo>
                  <a:pt x="761" y="981"/>
                  <a:pt x="981" y="761"/>
                  <a:pt x="981" y="491"/>
                </a:cubicBezTo>
                <a:cubicBezTo>
                  <a:pt x="981" y="220"/>
                  <a:pt x="761" y="0"/>
                  <a:pt x="491" y="0"/>
                </a:cubicBezTo>
                <a:close/>
                <a:moveTo>
                  <a:pt x="491" y="896"/>
                </a:moveTo>
                <a:cubicBezTo>
                  <a:pt x="267" y="896"/>
                  <a:pt x="85" y="714"/>
                  <a:pt x="85" y="491"/>
                </a:cubicBezTo>
                <a:cubicBezTo>
                  <a:pt x="85" y="267"/>
                  <a:pt x="267" y="85"/>
                  <a:pt x="491" y="85"/>
                </a:cubicBezTo>
                <a:cubicBezTo>
                  <a:pt x="714" y="85"/>
                  <a:pt x="896" y="267"/>
                  <a:pt x="896" y="491"/>
                </a:cubicBezTo>
                <a:cubicBezTo>
                  <a:pt x="896" y="714"/>
                  <a:pt x="714" y="896"/>
                  <a:pt x="491" y="896"/>
                </a:cubicBezTo>
                <a:close/>
                <a:moveTo>
                  <a:pt x="648" y="590"/>
                </a:moveTo>
                <a:cubicBezTo>
                  <a:pt x="664" y="607"/>
                  <a:pt x="664" y="633"/>
                  <a:pt x="648" y="650"/>
                </a:cubicBezTo>
                <a:cubicBezTo>
                  <a:pt x="631" y="666"/>
                  <a:pt x="605" y="666"/>
                  <a:pt x="588" y="650"/>
                </a:cubicBezTo>
                <a:cubicBezTo>
                  <a:pt x="588" y="650"/>
                  <a:pt x="460" y="523"/>
                  <a:pt x="460" y="523"/>
                </a:cubicBezTo>
                <a:cubicBezTo>
                  <a:pt x="452" y="515"/>
                  <a:pt x="448" y="504"/>
                  <a:pt x="448" y="493"/>
                </a:cubicBezTo>
                <a:lnTo>
                  <a:pt x="448" y="192"/>
                </a:lnTo>
                <a:lnTo>
                  <a:pt x="533" y="192"/>
                </a:lnTo>
                <a:lnTo>
                  <a:pt x="533" y="475"/>
                </a:lnTo>
                <a:cubicBezTo>
                  <a:pt x="533" y="475"/>
                  <a:pt x="648" y="590"/>
                  <a:pt x="648" y="590"/>
                </a:cubicBezTo>
                <a:close/>
              </a:path>
            </a:pathLst>
          </a:custGeom>
          <a:solidFill>
            <a:srgbClr val="1450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13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14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08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2F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2762250"/>
            <a:ext cx="5505450" cy="14287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1414"/>
                </a:solidFill>
                <a:latin typeface="Inter"/>
              </a:rPr>
              <a:t>How we will work together</a:t>
            </a:r>
          </a:p>
        </p:txBody>
      </p:sp>
      <p:pic>
        <p:nvPicPr>
          <p:cNvPr id="4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1" y="432000"/>
            <a:ext cx="773998" cy="29973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428625" y="209550"/>
            <a:ext cx="11325225" cy="9906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1414"/>
                </a:solidFill>
                <a:latin typeface="Inter"/>
              </a:rPr>
              <a:t>Who does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8625" y="1628775"/>
            <a:ext cx="3429000" cy="3810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lvl="0" indent="-180975" marL="162877">
              <a:spcAft>
                <a:spcPts val="85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Ajith: raises the Jira tickets</a:t>
            </a:r>
          </a:p>
          <a:p>
            <a:pPr lvl="0" indent="-180975" marL="162877">
              <a:spcAft>
                <a:spcPts val="85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Aino: takes the tickets and deploys the campaigns</a:t>
            </a:r>
          </a:p>
          <a:p>
            <a:pPr lvl="0" indent="-180975" marL="162877">
              <a:spcAft>
                <a:spcPts val="85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Omnicom: sets up campaigns on Meta, LinkedIn, YouTube, Spotify and Google Ads</a:t>
            </a:r>
          </a:p>
          <a:p>
            <a:pPr lvl="0" indent="-180975" marL="162877">
              <a:spcAft>
                <a:spcPts val="85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Frontlines and Global Comms: upload videos to local and global YouTube channels</a:t>
            </a:r>
          </a:p>
          <a:p>
            <a:pPr lvl="0" indent="-180975" marL="162877">
              <a:spcAft>
                <a:spcPts val="855"/>
              </a:spcAft>
              <a:buClr>
                <a:srgbClr val="1450F5"/>
              </a:buClr>
              <a:buSzPct val="100000"/>
              <a:buFont typeface="Arial"/>
              <a:buChar char="•"/>
            </a:pPr>
            <a:r>
              <a:rPr sz="1425" b="0">
                <a:solidFill>
                  <a:srgbClr val="141414"/>
                </a:solidFill>
                <a:latin typeface="Inter"/>
              </a:rPr>
              <a:t>DACH: handles Pmax and Search locally</a:t>
            </a:r>
          </a:p>
        </p:txBody>
      </p:sp>
      <p:pic>
        <p:nvPicPr>
          <p:cNvPr id="5" name="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6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7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10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" name="Colour fiel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" name="Picture 1" descr="_img_736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6385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28625" y="4143375"/>
            <a:ext cx="2590800" cy="184785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1414"/>
                </a:solidFill>
                <a:latin typeface="Inter"/>
              </a:rPr>
              <a:t>Practicalities: how the work reaches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43275" y="4143375"/>
            <a:ext cx="2590800" cy="571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50F5"/>
                </a:solidFill>
                <a:latin typeface="Inter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43275" y="4838700"/>
            <a:ext cx="259080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Ajith raises the ticket in Jira and assigns it to Aino. Media plans are ready, so no new plan is requested.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57925" y="4143375"/>
            <a:ext cx="2590800" cy="571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50F5"/>
                </a:solidFill>
                <a:latin typeface="Inter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57925" y="4838700"/>
            <a:ext cx="259080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Assets come in the localized content Excel files, with URLs carrying UTM parameters and DAM links to localized assets.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72575" y="4143375"/>
            <a:ext cx="2590800" cy="5715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3000" b="0">
                <a:solidFill>
                  <a:srgbClr val="1450F5"/>
                </a:solidFill>
                <a:latin typeface="Inter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72575" y="4838700"/>
            <a:ext cx="2590800" cy="1143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1200" b="0">
                <a:solidFill>
                  <a:srgbClr val="141414"/>
                </a:solidFill>
                <a:latin typeface="Inter"/>
              </a:rPr>
              <a:t>Campaigns are built from those files and set live for September 21. There is no preview tool for this deployment.</a:t>
            </a:r>
          </a:p>
        </p:txBody>
      </p:sp>
      <p:pic>
        <p:nvPicPr>
          <p:cNvPr id="11" name="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4613" y="432000"/>
            <a:ext cx="774000" cy="299738"/>
          </a:xfrm>
          <a:prstGeom prst="rect">
            <a:avLst/>
          </a:prstGeom>
        </p:spPr>
      </p:pic>
      <p:sp>
        <p:nvSpPr>
          <p:cNvPr id="12" name="Chrome footer"/>
          <p:cNvSpPr txBox="1"/>
          <p:nvPr/>
        </p:nvSpPr>
        <p:spPr>
          <a:xfrm>
            <a:off x="428625" y="6267450"/>
            <a:ext cx="47625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21 AUGUST 2026</a:t>
            </a:r>
          </a:p>
        </p:txBody>
      </p:sp>
      <p:sp>
        <p:nvSpPr>
          <p:cNvPr id="13" name="Chrome footer"/>
          <p:cNvSpPr txBox="1"/>
          <p:nvPr/>
        </p:nvSpPr>
        <p:spPr>
          <a:xfrm>
            <a:off x="11115675" y="6267450"/>
            <a:ext cx="647700" cy="152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r>
              <a:rPr sz="825" b="0">
                <a:solidFill>
                  <a:srgbClr val="141414"/>
                </a:solidFill>
                <a:latin typeface="KONE Information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ONE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450F5"/>
        </a:solidFill>
        <a:ln>
          <a:solidFill>
            <a:srgbClr val="1450F5"/>
          </a:solidFill>
        </a:ln>
      </a:spPr>
      <a:bodyPr lIns="72000" tIns="36000" rIns="72000" bIns="36000" rtlCol="0" anchor="ctr"/>
      <a:lstStyle>
        <a:defPPr algn="ctr">
          <a:lnSpc>
            <a:spcPct val="110000"/>
          </a:lnSpc>
          <a:defRPr sz="14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90000" tIns="46800" rIns="90000" bIns="46800" rtlCol="0">
        <a:spAutoFit/>
      </a:bodyPr>
      <a:lstStyle>
        <a:defPPr marL="0" indent="0" algn="l" defTabSz="914400" rtl="0" eaLnBrk="1" latinLnBrk="0" hangingPunct="1">
          <a:lnSpc>
            <a:spcPct val="110000"/>
          </a:lnSpc>
          <a:spcBef>
            <a:spcPts val="300"/>
          </a:spcBef>
          <a:spcAft>
            <a:spcPts val="300"/>
          </a:spcAft>
          <a:buFontTx/>
          <a:buNone/>
          <a:defRPr sz="14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Kone PowerPoint template Latin.potx" id="{CFEE2599-F72A-43D7-9452-2DA2B02DCC06}" vid="{15484003-828D-4682-A724-48476F0362DF}"/>
    </a:ext>
  </a:extLst>
</a:theme>
</file>

<file path=ppt/theme/theme2.xml><?xml version="1.0" encoding="utf-8"?>
<a:theme xmlns:a="http://schemas.openxmlformats.org/drawingml/2006/main" name="Office-tema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KONE">
      <a:dk1>
        <a:srgbClr val="141414"/>
      </a:dk1>
      <a:lt1>
        <a:srgbClr val="FFFFFF"/>
      </a:lt1>
      <a:dk2>
        <a:srgbClr val="1450F5"/>
      </a:dk2>
      <a:lt2>
        <a:srgbClr val="F3EEEA"/>
      </a:lt2>
      <a:accent1>
        <a:srgbClr val="1450F5"/>
      </a:accent1>
      <a:accent2>
        <a:srgbClr val="FFCDD7"/>
      </a:accent2>
      <a:accent3>
        <a:srgbClr val="FFE141"/>
      </a:accent3>
      <a:accent4>
        <a:srgbClr val="AAE1C8"/>
      </a:accent4>
      <a:accent5>
        <a:srgbClr val="D2F5FF"/>
      </a:accent5>
      <a:accent6>
        <a:srgbClr val="A1B9FB"/>
      </a:accent6>
      <a:hlink>
        <a:srgbClr val="1450F5"/>
      </a:hlink>
      <a:folHlink>
        <a:srgbClr val="141414"/>
      </a:folHlink>
    </a:clrScheme>
    <a:fontScheme name="KONE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KONE Blue">
      <a:srgbClr val="1450F5"/>
    </a:custClr>
    <a:custClr name="Black">
      <a:srgbClr val="141414"/>
    </a:custClr>
    <a:custClr name="Color has no name">
      <a:srgbClr val="FFFFFF"/>
    </a:custClr>
    <a:custClr name="Sand">
      <a:srgbClr val="F3EEEA"/>
    </a:custClr>
    <a:custClr name="Yellow">
      <a:srgbClr val="FFE141"/>
    </a:custClr>
    <a:custClr name="Light Blue">
      <a:srgbClr val="D2F5FF"/>
    </a:custClr>
    <a:custClr name="Pink">
      <a:srgbClr val="FFCDD7"/>
    </a:custClr>
    <a:custClr name="Green">
      <a:srgbClr val="AAE1C8"/>
    </a:custClr>
    <a:custClr name="Color has no name">
      <a:srgbClr val="FFFFFF"/>
    </a:custClr>
    <a:custClr name="Color has no name">
      <a:srgbClr val="FFFFFF"/>
    </a:custClr>
    <a:custClr name="80% KONE Blue">
      <a:srgbClr val="4373F7"/>
    </a:custClr>
    <a:custClr name="80% Black">
      <a:srgbClr val="434343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60% KONE Blue">
      <a:srgbClr val="7296F9"/>
    </a:custClr>
    <a:custClr name="60% Black">
      <a:srgbClr val="727272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40% KONE Blue">
      <a:srgbClr val="A1B9FB"/>
    </a:custClr>
    <a:custClr name="40% Black">
      <a:srgbClr val="A1A1A1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20% KONE Blue">
      <a:srgbClr val="D0DCFD"/>
    </a:custClr>
    <a:custClr name="20% Black">
      <a:srgbClr val="D0D0D0"/>
    </a:custClr>
    <a:custClr name="Color has no name">
      <a:srgbClr val="FFFFFF"/>
    </a:custClr>
    <a:custClr name="Color has no name">
      <a:srgbClr val="FFFFFF"/>
    </a:custClr>
    <a:custClr name="Color has no name">
      <a:srgbClr val="FFFFFF"/>
    </a:custClr>
    <a:custClr name="Red">
      <a:srgbClr val="FF5F28"/>
    </a:custClr>
    <a:custClr name="Orange">
      <a:srgbClr val="FFA023"/>
    </a:custClr>
    <a:custClr name="Green">
      <a:srgbClr val="1ED273"/>
    </a:custClr>
    <a:custClr name="Color has no name">
      <a:srgbClr val="FFFFFF"/>
    </a:custClr>
    <a:custClr name="Color has no nam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29315a3d-10f3-4290-a9ac-f9b0ff3e5f5e">
      <Terms xmlns="http://schemas.microsoft.com/office/infopath/2007/PartnerControls"/>
    </lcf76f155ced4ddcb4097134ff3c332f>
    <TaxCatchAll xmlns="31583c00-91dc-4cbc-a08d-eb44bc0cfc09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C41185E3773A142ADFF0DD3316D5858" ma:contentTypeVersion="20" ma:contentTypeDescription="Create a new document." ma:contentTypeScope="" ma:versionID="e587ae908042432edf45b3075c44b77f">
  <xsd:schema xmlns:xsd="http://www.w3.org/2001/XMLSchema" xmlns:xs="http://www.w3.org/2001/XMLSchema" xmlns:p="http://schemas.microsoft.com/office/2006/metadata/properties" xmlns:ns1="http://schemas.microsoft.com/sharepoint/v3" xmlns:ns2="29315a3d-10f3-4290-a9ac-f9b0ff3e5f5e" xmlns:ns3="5009a61c-9d0b-4b41-bb09-cf6818589286" xmlns:ns4="31583c00-91dc-4cbc-a08d-eb44bc0cfc09" targetNamespace="http://schemas.microsoft.com/office/2006/metadata/properties" ma:root="true" ma:fieldsID="b027b04da0d4c80534ee11be0b2a32bd" ns1:_="" ns2:_="" ns3:_="" ns4:_="">
    <xsd:import namespace="http://schemas.microsoft.com/sharepoint/v3"/>
    <xsd:import namespace="29315a3d-10f3-4290-a9ac-f9b0ff3e5f5e"/>
    <xsd:import namespace="5009a61c-9d0b-4b41-bb09-cf6818589286"/>
    <xsd:import namespace="31583c00-91dc-4cbc-a08d-eb44bc0cfc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4:TaxCatchAll" minOccurs="0"/>
                <xsd:element ref="ns2:lcf76f155ced4ddcb4097134ff3c332f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315a3d-10f3-4290-a9ac-f9b0ff3e5f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4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203b1389-14e1-41a5-be6c-9f77b12621c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09a61c-9d0b-4b41-bb09-cf681858928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1583c00-91dc-4cbc-a08d-eb44bc0cfc09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d93713ef-acc1-4ed5-a9b9-5073845a5478}" ma:internalName="TaxCatchAll" ma:showField="CatchAllData" ma:web="5009a61c-9d0b-4b41-bb09-cf681858928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E6433A-8CD8-42D5-BCB0-2B9A1CB6E68B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29315a3d-10f3-4290-a9ac-f9b0ff3e5f5e"/>
    <ds:schemaRef ds:uri="31583c00-91dc-4cbc-a08d-eb44bc0cfc09"/>
  </ds:schemaRefs>
</ds:datastoreItem>
</file>

<file path=customXml/itemProps2.xml><?xml version="1.0" encoding="utf-8"?>
<ds:datastoreItem xmlns:ds="http://schemas.openxmlformats.org/officeDocument/2006/customXml" ds:itemID="{CEAEAE21-5629-49D5-ABA4-EC155181B3C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AC1866-ECBC-43E4-A690-59F5D54A64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29315a3d-10f3-4290-a9ac-f9b0ff3e5f5e"/>
    <ds:schemaRef ds:uri="5009a61c-9d0b-4b41-bb09-cf6818589286"/>
    <ds:schemaRef ds:uri="31583c00-91dc-4cbc-a08d-eb44bc0cfc0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595ec8e-1e2e-428f-9506-de1cbd0c2835}" enabled="1" method="Standard" siteId="{2bb82c64-2eb1-43f7-8862-fdc1d2333b5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KONE PowerPoint template (1)</Template>
  <TotalTime>0</TotalTime>
  <Words>834</Words>
  <Application>Microsoft Office PowerPoint</Application>
  <PresentationFormat>Widescreen</PresentationFormat>
  <Paragraphs>264</Paragraphs>
  <Slides>25</Slides>
  <Notes>0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KONE Information</vt:lpstr>
      <vt:lpstr>Arial</vt:lpstr>
      <vt:lpstr>Inter</vt:lpstr>
      <vt:lpstr>Inter SemiBold</vt:lpstr>
      <vt:lpstr>Arial</vt:lpstr>
      <vt:lpstr>KONE</vt:lpstr>
      <vt:lpstr>Guiding principles to using  the KONE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  <vt:lpstr>PowerPoint Presentation</vt:lpstr>
      <vt:lpstr>Timeline</vt:lpstr>
      <vt:lpstr>Timeline</vt:lpstr>
      <vt:lpstr>Roadmap</vt:lpstr>
      <vt:lpstr>Project timeline</vt:lpstr>
      <vt:lpstr>Timeline</vt:lpstr>
      <vt:lpstr>Value proposition</vt:lpstr>
      <vt:lpstr>KONE icons For more information and material: brandbook.kone.com </vt:lpstr>
      <vt:lpstr>KONE numbers</vt:lpstr>
      <vt:lpstr>KONE illustrations For more information and material: brandbook.kone.com </vt:lpstr>
      <vt:lpstr>PowerPoint Presentation</vt:lpstr>
      <vt:lpstr>KONE colors</vt:lpstr>
      <vt:lpstr>Text &amp; typography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L. Arvind</dc:creator>
  <cp:lastModifiedBy>L. Arvind</cp:lastModifiedBy>
  <cp:revision>1</cp:revision>
  <dcterms:created xsi:type="dcterms:W3CDTF">2026-07-23T02:36:03Z</dcterms:created>
  <dcterms:modified xsi:type="dcterms:W3CDTF">2026-07-23T02:36:25Z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omnidocs.com</vt:lpwstr>
  </property>
  <property fmtid="{D5CDD505-2E9C-101B-9397-08002B2CF9AE}" pid="3" name="ContentTypeId">
    <vt:lpwstr>0x010100CC41185E3773A142ADFF0DD3316D5858</vt:lpwstr>
  </property>
  <property fmtid="{D5CDD505-2E9C-101B-9397-08002B2CF9AE}" pid="4" name="ClassificationContentMarkingHeaderLocations">
    <vt:lpwstr>KONE:5</vt:lpwstr>
  </property>
  <property fmtid="{D5CDD505-2E9C-101B-9397-08002B2CF9AE}" pid="5" name="ClassificationContentMarkingHeaderText">
    <vt:lpwstr>KONE Internal</vt:lpwstr>
  </property>
</Properties>
</file>