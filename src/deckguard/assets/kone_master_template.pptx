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fntdata" ContentType="application/x-fontdata"/>
  <Default Extension="xml" ContentType="application/xml"/>
  <Default Extension="xlsx" ContentType="application/vnd.openxmlformats-officedocument.spreadsheetml.sheet"/>
  <Default Extension="jpg" ContentType="image/jpe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authors.xml" ContentType="application/vnd.ms-powerpoint.author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embedTrueType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99" r:id="rId2"/>
    <p:sldId id="295" r:id="rId3"/>
    <p:sldId id="302" r:id="rId4"/>
    <p:sldId id="296" r:id="rId5"/>
    <p:sldId id="280" r:id="rId6"/>
    <p:sldId id="303" r:id="rId7"/>
    <p:sldId id="297" r:id="rId8"/>
    <p:sldId id="268" r:id="rId9"/>
    <p:sldId id="293" r:id="rId10"/>
    <p:sldId id="294" r:id="rId11"/>
    <p:sldId id="301" r:id="rId12"/>
    <p:sldId id="284" r:id="rId13"/>
    <p:sldId id="270" r:id="rId14"/>
    <p:sldId id="271" r:id="rId15"/>
    <p:sldId id="272" r:id="rId16"/>
    <p:sldId id="289" r:id="rId17"/>
    <p:sldId id="274" r:id="rId18"/>
    <p:sldId id="286" r:id="rId19"/>
    <p:sldId id="290" r:id="rId20"/>
    <p:sldId id="291" r:id="rId21"/>
    <p:sldId id="292" r:id="rId22"/>
    <p:sldId id="283" r:id="rId23"/>
    <p:sldId id="298" r:id="rId24"/>
    <p:sldId id="300" r:id="rId25"/>
    <p:sldId id="282" r:id="rId26"/>
  </p:sldIdLst>
  <p:sldSz cx="12192000" cy="6858000"/>
  <p:notesSz cx="6858000" cy="9144000"/>
  <p:embeddedFontLst>
    <p:embeddedFont>
      <p:font typeface="Inter" panose="02000503000000020004" pitchFamily="2" charset="0"/>
      <p:regular r:id="rId29"/>
      <p:bold r:id="rId30"/>
      <p:italic r:id="rId31"/>
      <p:boldItalic r:id="rId32"/>
    </p:embeddedFont>
    <p:embeddedFont>
      <p:font typeface="Inter SemiBold" panose="02000503000000020004" pitchFamily="2" charset="0"/>
      <p:bold r:id="rId33"/>
    </p:embeddedFont>
    <p:embeddedFont>
      <p:font typeface="KONE Information" panose="020B0603040000020003" pitchFamily="34" charset="-79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88523" autoAdjust="0"/>
  </p:normalViewPr>
  <p:slideViewPr>
    <p:cSldViewPr snapToGrid="0" showGuides="1">
      <p:cViewPr varScale="1">
        <p:scale>
          <a:sx n="77" d="100"/>
          <a:sy n="77" d="100"/>
        </p:scale>
        <p:origin x="120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3852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8/10/relationships/authors" Target="authors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customXml" Target="../customXml/item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theme" Target="theme/theme1.xml"/><Relationship Id="rId40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2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4A1-4198-ACD8-D73458E0A6E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4A1-4198-ACD8-D73458E0A6E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4A1-4198-ACD8-D73458E0A6E4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34A1-4198-ACD8-D73458E0A6E4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34A1-4198-ACD8-D73458E0A6E4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34A1-4198-ACD8-D73458E0A6E4}"/>
              </c:ext>
            </c:extLst>
          </c:dPt>
          <c:cat>
            <c:strRef>
              <c:f>Sheet1!$A$2:$A$7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  <c:pt idx="4">
                  <c:v>4</c:v>
                </c:pt>
                <c:pt idx="5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34A1-4198-ACD8-D73458E0A6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3427203409767097E-2"/>
          <c:y val="8.4968028700229598E-2"/>
          <c:w val="0.91064769371485321"/>
          <c:h val="0.7856761387264913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2015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14C-470A-9FBC-4911F8950EA0}"/>
              </c:ext>
            </c:extLst>
          </c:dPt>
          <c:dLbls>
            <c:delete val="1"/>
          </c:dLbls>
          <c:cat>
            <c:numRef>
              <c:f>Sheet1!$A$2</c:f>
              <c:numCache>
                <c:formatCode>General</c:formatCode>
                <c:ptCount val="1"/>
                <c:pt idx="0">
                  <c:v>2016</c:v>
                </c:pt>
              </c:numCache>
            </c:numRef>
          </c:cat>
          <c:val>
            <c:numRef>
              <c:f>Sheet1!$B$2</c:f>
              <c:numCache>
                <c:formatCode>General</c:formatCode>
                <c:ptCount val="1"/>
                <c:pt idx="0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14C-470A-9FBC-4911F8950EA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2016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14C-470A-9FBC-4911F8950EA0}"/>
              </c:ext>
            </c:extLst>
          </c:dPt>
          <c:dLbls>
            <c:delete val="1"/>
          </c:dLbls>
          <c:cat>
            <c:numRef>
              <c:f>Sheet1!$A$2</c:f>
              <c:numCache>
                <c:formatCode>General</c:formatCode>
                <c:ptCount val="1"/>
                <c:pt idx="0">
                  <c:v>2016</c:v>
                </c:pt>
              </c:numCache>
            </c:numRef>
          </c:cat>
          <c:val>
            <c:numRef>
              <c:f>Sheet1!$C$2</c:f>
              <c:numCache>
                <c:formatCode>General</c:formatCode>
                <c:ptCount val="1"/>
                <c:pt idx="0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14C-470A-9FBC-4911F8950EA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2017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814C-470A-9FBC-4911F8950EA0}"/>
              </c:ext>
            </c:extLst>
          </c:dPt>
          <c:dLbls>
            <c:delete val="1"/>
          </c:dLbls>
          <c:cat>
            <c:numRef>
              <c:f>Sheet1!$A$2</c:f>
              <c:numCache>
                <c:formatCode>General</c:formatCode>
                <c:ptCount val="1"/>
                <c:pt idx="0">
                  <c:v>2016</c:v>
                </c:pt>
              </c:numCache>
            </c:numRef>
          </c:cat>
          <c:val>
            <c:numRef>
              <c:f>Sheet1!$D$2</c:f>
              <c:numCache>
                <c:formatCode>General</c:formatCode>
                <c:ptCount val="1"/>
                <c:pt idx="0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14C-470A-9FBC-4911F8950EA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2018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>
              <a:softEdge rad="0"/>
            </a:effectLst>
          </c:spPr>
          <c:invertIfNegative val="0"/>
          <c:dLbls>
            <c:delete val="1"/>
          </c:dLbls>
          <c:cat>
            <c:numRef>
              <c:f>Sheet1!$A$2</c:f>
              <c:numCache>
                <c:formatCode>General</c:formatCode>
                <c:ptCount val="1"/>
                <c:pt idx="0">
                  <c:v>2016</c:v>
                </c:pt>
              </c:numCache>
            </c:numRef>
          </c:cat>
          <c:val>
            <c:numRef>
              <c:f>Sheet1!$E$2</c:f>
              <c:numCache>
                <c:formatCode>General</c:formatCode>
                <c:ptCount val="1"/>
                <c:pt idx="0">
                  <c:v>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814C-470A-9FBC-4911F8950EA0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2019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numRef>
              <c:f>Sheet1!$A$2</c:f>
              <c:numCache>
                <c:formatCode>General</c:formatCode>
                <c:ptCount val="1"/>
                <c:pt idx="0">
                  <c:v>2016</c:v>
                </c:pt>
              </c:numCache>
            </c:numRef>
          </c:cat>
          <c:val>
            <c:numRef>
              <c:f>Sheet1!$F$2</c:f>
              <c:numCache>
                <c:formatCode>General</c:formatCode>
                <c:ptCount val="1"/>
                <c:pt idx="0">
                  <c:v>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14C-470A-9FBC-4911F8950EA0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2020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numRef>
              <c:f>Sheet1!$A$2</c:f>
              <c:numCache>
                <c:formatCode>General</c:formatCode>
                <c:ptCount val="1"/>
                <c:pt idx="0">
                  <c:v>2016</c:v>
                </c:pt>
              </c:numCache>
            </c:numRef>
          </c:cat>
          <c:val>
            <c:numRef>
              <c:f>Sheet1!$G$2</c:f>
              <c:numCache>
                <c:formatCode>General</c:formatCode>
                <c:ptCount val="1"/>
                <c:pt idx="0">
                  <c:v>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814C-470A-9FBC-4911F8950EA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6"/>
        <c:axId val="571813744"/>
        <c:axId val="571816040"/>
      </c:barChart>
      <c:catAx>
        <c:axId val="57181374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71816040"/>
        <c:crosses val="autoZero"/>
        <c:auto val="1"/>
        <c:lblAlgn val="ctr"/>
        <c:lblOffset val="100"/>
        <c:noMultiLvlLbl val="0"/>
      </c:catAx>
      <c:valAx>
        <c:axId val="571816040"/>
        <c:scaling>
          <c:orientation val="minMax"/>
          <c:max val="80"/>
        </c:scaling>
        <c:delete val="1"/>
        <c:axPos val="l"/>
        <c:numFmt formatCode="General" sourceLinked="1"/>
        <c:majorTickMark val="out"/>
        <c:minorTickMark val="none"/>
        <c:tickLblPos val="nextTo"/>
        <c:crossAx val="571813744"/>
        <c:crosses val="autoZero"/>
        <c:crossBetween val="between"/>
        <c:majorUnit val="20"/>
      </c:valAx>
      <c:spPr>
        <a:noFill/>
        <a:ln w="25400">
          <a:noFill/>
        </a:ln>
        <a:effectLst>
          <a:glow rad="63500">
            <a:schemeClr val="accent3">
              <a:satMod val="175000"/>
              <a:alpha val="40000"/>
            </a:schemeClr>
          </a:glow>
          <a:softEdge rad="266700"/>
        </a:effectLst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600">
          <a:solidFill>
            <a:schemeClr val="tx1">
              <a:lumMod val="75000"/>
              <a:lumOff val="25000"/>
            </a:schemeClr>
          </a:solidFill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450F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4E4-4CEA-BE0F-447DFC73FE8C}"/>
              </c:ext>
            </c:extLst>
          </c:dPt>
          <c:dPt>
            <c:idx val="1"/>
            <c:bubble3D val="0"/>
            <c:spPr>
              <a:solidFill>
                <a:srgbClr val="4373F7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4E4-4CEA-BE0F-447DFC73FE8C}"/>
              </c:ext>
            </c:extLst>
          </c:dPt>
          <c:dPt>
            <c:idx val="2"/>
            <c:bubble3D val="0"/>
            <c:spPr>
              <a:solidFill>
                <a:srgbClr val="7296F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04E4-4CEA-BE0F-447DFC73FE8C}"/>
              </c:ext>
            </c:extLst>
          </c:dPt>
          <c:dPt>
            <c:idx val="3"/>
            <c:bubble3D val="0"/>
            <c:spPr>
              <a:solidFill>
                <a:srgbClr val="A1B9FB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04E4-4CEA-BE0F-447DFC73FE8C}"/>
              </c:ext>
            </c:extLst>
          </c:dPt>
          <c:dPt>
            <c:idx val="4"/>
            <c:bubble3D val="0"/>
            <c:spPr>
              <a:solidFill>
                <a:srgbClr val="A1B9FB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04E4-4CEA-BE0F-447DFC73FE8C}"/>
              </c:ext>
            </c:extLst>
          </c:dPt>
          <c:dPt>
            <c:idx val="5"/>
            <c:bubble3D val="0"/>
            <c:spPr>
              <a:solidFill>
                <a:srgbClr val="D0DCF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04E4-4CEA-BE0F-447DFC73FE8C}"/>
              </c:ext>
            </c:extLst>
          </c:dPt>
          <c:cat>
            <c:strRef>
              <c:f>Sheet1!$A$2:$A$7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  <c:pt idx="5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4E4-4CEA-BE0F-447DFC73FE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6.3427203409767097E-2"/>
          <c:y val="8.4968028700229598E-2"/>
          <c:w val="0.91064769371485321"/>
          <c:h val="0.7856761387264913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2015</c:v>
                </c:pt>
              </c:strCache>
            </c:strRef>
          </c:tx>
          <c:spPr>
            <a:solidFill>
              <a:srgbClr val="1450F5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450F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4B5-49BF-9460-F8897363E121}"/>
              </c:ext>
            </c:extLst>
          </c:dPt>
          <c:dLbls>
            <c:delete val="1"/>
          </c:dLbls>
          <c:cat>
            <c:numRef>
              <c:f>Sheet1!$A$2</c:f>
              <c:numCache>
                <c:formatCode>General</c:formatCode>
                <c:ptCount val="1"/>
                <c:pt idx="0">
                  <c:v>2016</c:v>
                </c:pt>
              </c:numCache>
            </c:numRef>
          </c:cat>
          <c:val>
            <c:numRef>
              <c:f>Sheet1!$B$2</c:f>
              <c:numCache>
                <c:formatCode>General</c:formatCode>
                <c:ptCount val="1"/>
                <c:pt idx="0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4B5-49BF-9460-F8897363E12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2016</c:v>
                </c:pt>
              </c:strCache>
            </c:strRef>
          </c:tx>
          <c:spPr>
            <a:solidFill>
              <a:srgbClr val="4373F7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4B5-49BF-9460-F8897363E121}"/>
              </c:ext>
            </c:extLst>
          </c:dPt>
          <c:dLbls>
            <c:delete val="1"/>
          </c:dLbls>
          <c:cat>
            <c:numRef>
              <c:f>Sheet1!$A$2</c:f>
              <c:numCache>
                <c:formatCode>General</c:formatCode>
                <c:ptCount val="1"/>
                <c:pt idx="0">
                  <c:v>2016</c:v>
                </c:pt>
              </c:numCache>
            </c:numRef>
          </c:cat>
          <c:val>
            <c:numRef>
              <c:f>Sheet1!$C$2</c:f>
              <c:numCache>
                <c:formatCode>General</c:formatCode>
                <c:ptCount val="1"/>
                <c:pt idx="0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4B5-49BF-9460-F8897363E12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2017</c:v>
                </c:pt>
              </c:strCache>
            </c:strRef>
          </c:tx>
          <c:spPr>
            <a:solidFill>
              <a:srgbClr val="7296F9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84B5-49BF-9460-F8897363E121}"/>
              </c:ext>
            </c:extLst>
          </c:dPt>
          <c:dLbls>
            <c:delete val="1"/>
          </c:dLbls>
          <c:cat>
            <c:numRef>
              <c:f>Sheet1!$A$2</c:f>
              <c:numCache>
                <c:formatCode>General</c:formatCode>
                <c:ptCount val="1"/>
                <c:pt idx="0">
                  <c:v>2016</c:v>
                </c:pt>
              </c:numCache>
            </c:numRef>
          </c:cat>
          <c:val>
            <c:numRef>
              <c:f>Sheet1!$D$2</c:f>
              <c:numCache>
                <c:formatCode>General</c:formatCode>
                <c:ptCount val="1"/>
                <c:pt idx="0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4B5-49BF-9460-F8897363E12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2018</c:v>
                </c:pt>
              </c:strCache>
            </c:strRef>
          </c:tx>
          <c:spPr>
            <a:solidFill>
              <a:srgbClr val="A1B9FB"/>
            </a:solidFill>
            <a:ln>
              <a:noFill/>
            </a:ln>
            <a:effectLst>
              <a:softEdge rad="0"/>
            </a:effectLst>
          </c:spPr>
          <c:invertIfNegative val="0"/>
          <c:dLbls>
            <c:delete val="1"/>
          </c:dLbls>
          <c:cat>
            <c:numRef>
              <c:f>Sheet1!$A$2</c:f>
              <c:numCache>
                <c:formatCode>General</c:formatCode>
                <c:ptCount val="1"/>
                <c:pt idx="0">
                  <c:v>2016</c:v>
                </c:pt>
              </c:numCache>
            </c:numRef>
          </c:cat>
          <c:val>
            <c:numRef>
              <c:f>Sheet1!$E$2</c:f>
              <c:numCache>
                <c:formatCode>General</c:formatCode>
                <c:ptCount val="1"/>
                <c:pt idx="0">
                  <c:v>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84B5-49BF-9460-F8897363E121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2019</c:v>
                </c:pt>
              </c:strCache>
            </c:strRef>
          </c:tx>
          <c:spPr>
            <a:solidFill>
              <a:srgbClr val="D0DCFD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numRef>
              <c:f>Sheet1!$A$2</c:f>
              <c:numCache>
                <c:formatCode>General</c:formatCode>
                <c:ptCount val="1"/>
                <c:pt idx="0">
                  <c:v>2016</c:v>
                </c:pt>
              </c:numCache>
            </c:numRef>
          </c:cat>
          <c:val>
            <c:numRef>
              <c:f>Sheet1!$F$2</c:f>
              <c:numCache>
                <c:formatCode>General</c:formatCode>
                <c:ptCount val="1"/>
                <c:pt idx="0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4B5-49BF-9460-F8897363E12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6"/>
        <c:axId val="571813744"/>
        <c:axId val="571816040"/>
      </c:barChart>
      <c:catAx>
        <c:axId val="57181374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71816040"/>
        <c:crosses val="autoZero"/>
        <c:auto val="1"/>
        <c:lblAlgn val="ctr"/>
        <c:lblOffset val="100"/>
        <c:noMultiLvlLbl val="0"/>
      </c:catAx>
      <c:valAx>
        <c:axId val="571816040"/>
        <c:scaling>
          <c:orientation val="minMax"/>
          <c:max val="80"/>
        </c:scaling>
        <c:delete val="1"/>
        <c:axPos val="l"/>
        <c:numFmt formatCode="General" sourceLinked="1"/>
        <c:majorTickMark val="out"/>
        <c:minorTickMark val="none"/>
        <c:tickLblPos val="nextTo"/>
        <c:crossAx val="571813744"/>
        <c:crosses val="autoZero"/>
        <c:crossBetween val="between"/>
        <c:majorUnit val="20"/>
      </c:valAx>
      <c:spPr>
        <a:noFill/>
        <a:ln w="25400">
          <a:noFill/>
        </a:ln>
        <a:effectLst>
          <a:glow rad="63500">
            <a:schemeClr val="accent3">
              <a:satMod val="175000"/>
              <a:alpha val="40000"/>
            </a:schemeClr>
          </a:glow>
          <a:softEdge rad="266700"/>
        </a:effectLst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600">
          <a:solidFill>
            <a:schemeClr val="tx1">
              <a:lumMod val="75000"/>
              <a:lumOff val="25000"/>
            </a:schemeClr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4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261ADCD-0986-466F-BCF4-F1403744020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sz="9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AD45B1-DDA3-4823-B57F-398ED6D7CE5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F922B7-12BE-4814-9BF9-CF0C92ACA324}" type="datetime1">
              <a:rPr lang="en-GB" sz="900" smtClean="0"/>
              <a:t>17/05/2023</a:t>
            </a:fld>
            <a:endParaRPr lang="en-GB" sz="9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B3C53-DC75-4A5C-81E7-5D7CB96E129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BF6EE6-6533-46A0-A8FB-DBC252423243}" type="slidenum">
              <a:rPr lang="en-GB" sz="900" smtClean="0"/>
              <a:t>‹#›</a:t>
            </a:fld>
            <a:endParaRPr lang="en-GB" sz="9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1B013-C79C-4BAB-9591-CE1E1BF2A98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sz="900"/>
          </a:p>
        </p:txBody>
      </p:sp>
    </p:spTree>
    <p:extLst>
      <p:ext uri="{BB962C8B-B14F-4D97-AF65-F5344CB8AC3E}">
        <p14:creationId xmlns:p14="http://schemas.microsoft.com/office/powerpoint/2010/main" val="1394799716"/>
      </p:ext>
    </p:extLst>
  </p:cSld>
  <p:clrMap bg1="lt1" tx1="dk1" bg2="lt2" tx2="dk2" accent1="accent1" accent2="accent2" accent3="accent3" accent4="accent4" accent5="accent5" accent6="accent6" hlink="hlink" folHlink="folHlink"/>
  <p:hf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838611-CB23-4A11-B466-01829FB3E6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/>
            </a:lvl1pPr>
          </a:lstStyle>
          <a:p>
            <a:fld id="{1B1D025B-ACD2-45C1-B156-1DDB470CE31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F8BE06-C1AD-4FF4-9212-678516BAB9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10225-CB48-4A2A-9739-463AD2DBC31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900"/>
            </a:lvl1pPr>
          </a:lstStyle>
          <a:p>
            <a:fld id="{DA245902-357C-4DB6-A169-6A42642CA7C0}" type="datetime1">
              <a:rPr lang="en-GB" smtClean="0"/>
              <a:t>17/05/2023</a:t>
            </a:fld>
            <a:endParaRPr lang="en-GB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668863D3-1D0C-412C-99BB-873840116AC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900"/>
            </a:lvl1pPr>
          </a:lstStyle>
          <a:p>
            <a:endParaRPr lang="en-GB" dirty="0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5E44B7E2-ED93-42BE-81A6-FE398D91C1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5691570-C65F-4C66-9CB2-8798BF7E897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0601147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8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6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54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72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3EC2906D-C91C-4D55-616A-0E01E668DA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4012756"/>
          </a:xfrm>
          <a:custGeom>
            <a:avLst/>
            <a:gdLst>
              <a:gd name="connsiteX0" fmla="*/ 9441027 w 12193200"/>
              <a:gd name="connsiteY0" fmla="*/ 0 h 4012756"/>
              <a:gd name="connsiteX1" fmla="*/ 12193200 w 12193200"/>
              <a:gd name="connsiteY1" fmla="*/ 0 h 4012756"/>
              <a:gd name="connsiteX2" fmla="*/ 12193200 w 12193200"/>
              <a:gd name="connsiteY2" fmla="*/ 3541448 h 4012756"/>
              <a:gd name="connsiteX3" fmla="*/ 9441027 w 12193200"/>
              <a:gd name="connsiteY3" fmla="*/ 3541448 h 4012756"/>
              <a:gd name="connsiteX4" fmla="*/ 6290579 w 12193200"/>
              <a:gd name="connsiteY4" fmla="*/ 0 h 4012756"/>
              <a:gd name="connsiteX5" fmla="*/ 9042751 w 12193200"/>
              <a:gd name="connsiteY5" fmla="*/ 0 h 4012756"/>
              <a:gd name="connsiteX6" fmla="*/ 9042751 w 12193200"/>
              <a:gd name="connsiteY6" fmla="*/ 4012756 h 4012756"/>
              <a:gd name="connsiteX7" fmla="*/ 6290579 w 12193200"/>
              <a:gd name="connsiteY7" fmla="*/ 4012756 h 4012756"/>
              <a:gd name="connsiteX8" fmla="*/ 3145340 w 12193200"/>
              <a:gd name="connsiteY8" fmla="*/ 0 h 4012756"/>
              <a:gd name="connsiteX9" fmla="*/ 5897513 w 12193200"/>
              <a:gd name="connsiteY9" fmla="*/ 0 h 4012756"/>
              <a:gd name="connsiteX10" fmla="*/ 5897513 w 12193200"/>
              <a:gd name="connsiteY10" fmla="*/ 3070139 h 4012756"/>
              <a:gd name="connsiteX11" fmla="*/ 3145340 w 12193200"/>
              <a:gd name="connsiteY11" fmla="*/ 3070139 h 4012756"/>
              <a:gd name="connsiteX12" fmla="*/ 0 w 12193200"/>
              <a:gd name="connsiteY12" fmla="*/ 0 h 4012756"/>
              <a:gd name="connsiteX13" fmla="*/ 2752174 w 12193200"/>
              <a:gd name="connsiteY13" fmla="*/ 0 h 4012756"/>
              <a:gd name="connsiteX14" fmla="*/ 2752174 w 12193200"/>
              <a:gd name="connsiteY14" fmla="*/ 2373009 h 4012756"/>
              <a:gd name="connsiteX15" fmla="*/ 0 w 12193200"/>
              <a:gd name="connsiteY15" fmla="*/ 2373009 h 4012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3200" h="4012756">
                <a:moveTo>
                  <a:pt x="9441027" y="0"/>
                </a:moveTo>
                <a:lnTo>
                  <a:pt x="12193200" y="0"/>
                </a:lnTo>
                <a:lnTo>
                  <a:pt x="12193200" y="3541448"/>
                </a:lnTo>
                <a:lnTo>
                  <a:pt x="9441027" y="3541448"/>
                </a:lnTo>
                <a:close/>
                <a:moveTo>
                  <a:pt x="6290579" y="0"/>
                </a:moveTo>
                <a:lnTo>
                  <a:pt x="9042751" y="0"/>
                </a:lnTo>
                <a:lnTo>
                  <a:pt x="9042751" y="4012756"/>
                </a:lnTo>
                <a:lnTo>
                  <a:pt x="6290579" y="4012756"/>
                </a:lnTo>
                <a:close/>
                <a:moveTo>
                  <a:pt x="3145340" y="0"/>
                </a:moveTo>
                <a:lnTo>
                  <a:pt x="5897513" y="0"/>
                </a:lnTo>
                <a:lnTo>
                  <a:pt x="5897513" y="3070139"/>
                </a:lnTo>
                <a:lnTo>
                  <a:pt x="3145340" y="3070139"/>
                </a:lnTo>
                <a:close/>
                <a:moveTo>
                  <a:pt x="0" y="0"/>
                </a:moveTo>
                <a:lnTo>
                  <a:pt x="2752174" y="0"/>
                </a:lnTo>
                <a:lnTo>
                  <a:pt x="2752174" y="2373009"/>
                </a:lnTo>
                <a:lnTo>
                  <a:pt x="0" y="2373009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 lIns="6300000" tIns="0" anchor="ctr" anchorCtr="0">
            <a:no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0" name="Logo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32000" y="432000"/>
            <a:ext cx="774000" cy="299738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2000" y="4089600"/>
            <a:ext cx="5500800" cy="1476000"/>
          </a:xfrm>
        </p:spPr>
        <p:txBody>
          <a:bodyPr anchor="b"/>
          <a:lstStyle>
            <a:lvl1pPr algn="l">
              <a:defRPr sz="4800" spc="-1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6E56AE-F93B-3A82-4B1F-0864FE95C34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762" y="5642444"/>
            <a:ext cx="5500799" cy="350369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5pPr>
            <a:lvl6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7pPr>
            <a:lvl8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8pPr>
            <a:lvl9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pic>
        <p:nvPicPr>
          <p:cNvPr id="45" name="Tagline">
            <a:extLst>
              <a:ext uri="{FF2B5EF4-FFF2-40B4-BE49-F238E27FC236}">
                <a16:creationId xmlns:a16="http://schemas.microsoft.com/office/drawing/2014/main" id="{6633AAE2-0757-ABFB-DFAE-D8049C18005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92226" y="6032713"/>
            <a:ext cx="1268011" cy="432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F86887-0250-80F2-C728-8664557D7DF1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1B8677B2-F8C6-4B8C-A98C-5F2D63AC5F92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608111-67B9-5864-C810-CF4871B1C5B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2048401" y="6271200"/>
            <a:ext cx="3883025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 Placeholder 10" hidden="1">
            <a:extLst>
              <a:ext uri="{FF2B5EF4-FFF2-40B4-BE49-F238E27FC236}">
                <a16:creationId xmlns:a16="http://schemas.microsoft.com/office/drawing/2014/main" id="{621AF202-586B-42C8-D129-41F46C01703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713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917DAC8-9FE5-D6A1-5A38-BC46E4D3094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145340" y="0"/>
            <a:ext cx="9047860" cy="4012756"/>
          </a:xfrm>
          <a:custGeom>
            <a:avLst/>
            <a:gdLst>
              <a:gd name="connsiteX0" fmla="*/ 6295687 w 9047860"/>
              <a:gd name="connsiteY0" fmla="*/ 0 h 4012756"/>
              <a:gd name="connsiteX1" fmla="*/ 9047860 w 9047860"/>
              <a:gd name="connsiteY1" fmla="*/ 0 h 4012756"/>
              <a:gd name="connsiteX2" fmla="*/ 9047860 w 9047860"/>
              <a:gd name="connsiteY2" fmla="*/ 3541448 h 4012756"/>
              <a:gd name="connsiteX3" fmla="*/ 6295687 w 9047860"/>
              <a:gd name="connsiteY3" fmla="*/ 3541448 h 4012756"/>
              <a:gd name="connsiteX4" fmla="*/ 3145239 w 9047860"/>
              <a:gd name="connsiteY4" fmla="*/ 0 h 4012756"/>
              <a:gd name="connsiteX5" fmla="*/ 5897411 w 9047860"/>
              <a:gd name="connsiteY5" fmla="*/ 0 h 4012756"/>
              <a:gd name="connsiteX6" fmla="*/ 5897411 w 9047860"/>
              <a:gd name="connsiteY6" fmla="*/ 4012756 h 4012756"/>
              <a:gd name="connsiteX7" fmla="*/ 3145239 w 9047860"/>
              <a:gd name="connsiteY7" fmla="*/ 4012756 h 4012756"/>
              <a:gd name="connsiteX8" fmla="*/ 0 w 9047860"/>
              <a:gd name="connsiteY8" fmla="*/ 0 h 4012756"/>
              <a:gd name="connsiteX9" fmla="*/ 2752173 w 9047860"/>
              <a:gd name="connsiteY9" fmla="*/ 0 h 4012756"/>
              <a:gd name="connsiteX10" fmla="*/ 2752173 w 9047860"/>
              <a:gd name="connsiteY10" fmla="*/ 3070139 h 4012756"/>
              <a:gd name="connsiteX11" fmla="*/ 0 w 9047860"/>
              <a:gd name="connsiteY11" fmla="*/ 3070139 h 4012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047860" h="4012756">
                <a:moveTo>
                  <a:pt x="6295687" y="0"/>
                </a:moveTo>
                <a:lnTo>
                  <a:pt x="9047860" y="0"/>
                </a:lnTo>
                <a:lnTo>
                  <a:pt x="9047860" y="3541448"/>
                </a:lnTo>
                <a:lnTo>
                  <a:pt x="6295687" y="3541448"/>
                </a:lnTo>
                <a:close/>
                <a:moveTo>
                  <a:pt x="3145239" y="0"/>
                </a:moveTo>
                <a:lnTo>
                  <a:pt x="5897411" y="0"/>
                </a:lnTo>
                <a:lnTo>
                  <a:pt x="5897411" y="4012756"/>
                </a:lnTo>
                <a:lnTo>
                  <a:pt x="3145239" y="4012756"/>
                </a:lnTo>
                <a:close/>
                <a:moveTo>
                  <a:pt x="0" y="0"/>
                </a:moveTo>
                <a:lnTo>
                  <a:pt x="2752173" y="0"/>
                </a:lnTo>
                <a:lnTo>
                  <a:pt x="2752173" y="3070139"/>
                </a:lnTo>
                <a:lnTo>
                  <a:pt x="0" y="3070139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 lIns="0" tIns="576000"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2000" y="4089600"/>
            <a:ext cx="5500800" cy="1476000"/>
          </a:xfrm>
        </p:spPr>
        <p:txBody>
          <a:bodyPr anchor="b"/>
          <a:lstStyle>
            <a:lvl1pPr algn="l">
              <a:defRPr sz="4800" spc="-1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3B0351BF-602B-98FD-04C1-7A5DCCB8E4F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762" y="5642444"/>
            <a:ext cx="5500799" cy="350369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5pPr>
            <a:lvl6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7pPr>
            <a:lvl8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8pPr>
            <a:lvl9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pic>
        <p:nvPicPr>
          <p:cNvPr id="6" name="Logo">
            <a:extLst>
              <a:ext uri="{FF2B5EF4-FFF2-40B4-BE49-F238E27FC236}">
                <a16:creationId xmlns:a16="http://schemas.microsoft.com/office/drawing/2014/main" id="{FF434E18-D4E3-64FA-64DD-DCA37303D81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2000" y="432000"/>
            <a:ext cx="774000" cy="299738"/>
          </a:xfrm>
          <a:prstGeom prst="rect">
            <a:avLst/>
          </a:prstGeom>
        </p:spPr>
      </p:pic>
      <p:pic>
        <p:nvPicPr>
          <p:cNvPr id="4" name="Tagline">
            <a:extLst>
              <a:ext uri="{FF2B5EF4-FFF2-40B4-BE49-F238E27FC236}">
                <a16:creationId xmlns:a16="http://schemas.microsoft.com/office/drawing/2014/main" id="{03B2A279-85BA-9C4C-C3E5-A0609D1328F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92226" y="6032713"/>
            <a:ext cx="1268011" cy="432000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F66E48D-DBFB-AD92-6073-15C3BBC633F0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5341312C-F179-411C-BDB3-57F19742B8B9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19E3BE3-F0EB-96BA-89DD-BCA90A71AE2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2048400" y="6271200"/>
            <a:ext cx="3883098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 Placeholder 10" hidden="1">
            <a:extLst>
              <a:ext uri="{FF2B5EF4-FFF2-40B4-BE49-F238E27FC236}">
                <a16:creationId xmlns:a16="http://schemas.microsoft.com/office/drawing/2014/main" id="{64BC1135-78CB-7181-0264-9AC96D5B8C0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213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 hidden="1">
            <a:extLst>
              <a:ext uri="{FF2B5EF4-FFF2-40B4-BE49-F238E27FC236}">
                <a16:creationId xmlns:a16="http://schemas.microsoft.com/office/drawing/2014/main" id="{E1304FA1-E0F5-4AD4-846A-37642FFE487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3EC2906D-C91C-4D55-616A-0E01E668DA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4012756"/>
          </a:xfrm>
          <a:custGeom>
            <a:avLst/>
            <a:gdLst>
              <a:gd name="connsiteX0" fmla="*/ 9441027 w 12193200"/>
              <a:gd name="connsiteY0" fmla="*/ 0 h 4012756"/>
              <a:gd name="connsiteX1" fmla="*/ 12193200 w 12193200"/>
              <a:gd name="connsiteY1" fmla="*/ 0 h 4012756"/>
              <a:gd name="connsiteX2" fmla="*/ 12193200 w 12193200"/>
              <a:gd name="connsiteY2" fmla="*/ 3541448 h 4012756"/>
              <a:gd name="connsiteX3" fmla="*/ 9441027 w 12193200"/>
              <a:gd name="connsiteY3" fmla="*/ 3541448 h 4012756"/>
              <a:gd name="connsiteX4" fmla="*/ 6290579 w 12193200"/>
              <a:gd name="connsiteY4" fmla="*/ 0 h 4012756"/>
              <a:gd name="connsiteX5" fmla="*/ 9042751 w 12193200"/>
              <a:gd name="connsiteY5" fmla="*/ 0 h 4012756"/>
              <a:gd name="connsiteX6" fmla="*/ 9042751 w 12193200"/>
              <a:gd name="connsiteY6" fmla="*/ 4012756 h 4012756"/>
              <a:gd name="connsiteX7" fmla="*/ 6290579 w 12193200"/>
              <a:gd name="connsiteY7" fmla="*/ 4012756 h 4012756"/>
              <a:gd name="connsiteX8" fmla="*/ 3145340 w 12193200"/>
              <a:gd name="connsiteY8" fmla="*/ 0 h 4012756"/>
              <a:gd name="connsiteX9" fmla="*/ 5897513 w 12193200"/>
              <a:gd name="connsiteY9" fmla="*/ 0 h 4012756"/>
              <a:gd name="connsiteX10" fmla="*/ 5897513 w 12193200"/>
              <a:gd name="connsiteY10" fmla="*/ 3070139 h 4012756"/>
              <a:gd name="connsiteX11" fmla="*/ 3145340 w 12193200"/>
              <a:gd name="connsiteY11" fmla="*/ 3070139 h 4012756"/>
              <a:gd name="connsiteX12" fmla="*/ 0 w 12193200"/>
              <a:gd name="connsiteY12" fmla="*/ 0 h 4012756"/>
              <a:gd name="connsiteX13" fmla="*/ 2752174 w 12193200"/>
              <a:gd name="connsiteY13" fmla="*/ 0 h 4012756"/>
              <a:gd name="connsiteX14" fmla="*/ 2752174 w 12193200"/>
              <a:gd name="connsiteY14" fmla="*/ 2373009 h 4012756"/>
              <a:gd name="connsiteX15" fmla="*/ 0 w 12193200"/>
              <a:gd name="connsiteY15" fmla="*/ 2373009 h 4012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3200" h="4012756">
                <a:moveTo>
                  <a:pt x="9441027" y="0"/>
                </a:moveTo>
                <a:lnTo>
                  <a:pt x="12193200" y="0"/>
                </a:lnTo>
                <a:lnTo>
                  <a:pt x="12193200" y="3541448"/>
                </a:lnTo>
                <a:lnTo>
                  <a:pt x="9441027" y="3541448"/>
                </a:lnTo>
                <a:close/>
                <a:moveTo>
                  <a:pt x="6290579" y="0"/>
                </a:moveTo>
                <a:lnTo>
                  <a:pt x="9042751" y="0"/>
                </a:lnTo>
                <a:lnTo>
                  <a:pt x="9042751" y="4012756"/>
                </a:lnTo>
                <a:lnTo>
                  <a:pt x="6290579" y="4012756"/>
                </a:lnTo>
                <a:close/>
                <a:moveTo>
                  <a:pt x="3145340" y="0"/>
                </a:moveTo>
                <a:lnTo>
                  <a:pt x="5897513" y="0"/>
                </a:lnTo>
                <a:lnTo>
                  <a:pt x="5897513" y="3070139"/>
                </a:lnTo>
                <a:lnTo>
                  <a:pt x="3145340" y="3070139"/>
                </a:lnTo>
                <a:close/>
                <a:moveTo>
                  <a:pt x="0" y="0"/>
                </a:moveTo>
                <a:lnTo>
                  <a:pt x="2752174" y="0"/>
                </a:lnTo>
                <a:lnTo>
                  <a:pt x="2752174" y="2373009"/>
                </a:lnTo>
                <a:lnTo>
                  <a:pt x="0" y="2373009"/>
                </a:lnTo>
                <a:close/>
              </a:path>
            </a:pathLst>
          </a:custGeom>
          <a:solidFill>
            <a:srgbClr val="1450F5"/>
          </a:solidFill>
        </p:spPr>
        <p:txBody>
          <a:bodyPr wrap="square" lIns="6300000" tIns="0" anchor="ctr" anchorCtr="0">
            <a:no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0" name="Logo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32000" y="432000"/>
            <a:ext cx="774000" cy="299738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2000" y="4089600"/>
            <a:ext cx="5500800" cy="1476000"/>
          </a:xfrm>
        </p:spPr>
        <p:txBody>
          <a:bodyPr anchor="b"/>
          <a:lstStyle>
            <a:lvl1pPr algn="l">
              <a:defRPr sz="4800" spc="-1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91A00F-3D79-2156-B985-55FC0726F75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762" y="5642444"/>
            <a:ext cx="5500799" cy="350369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5pPr>
            <a:lvl6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7pPr>
            <a:lvl8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8pPr>
            <a:lvl9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D6E44EC-D1ED-56D5-9AAA-C2A04539DEB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BEC3846C-9635-4F43-AC58-2C32B88FB8CF}" type="datetime3">
              <a:rPr lang="en-US" smtClean="0"/>
              <a:t>17 May 2023</a:t>
            </a:fld>
            <a:endParaRPr lang="en-US" dirty="0"/>
          </a:p>
        </p:txBody>
      </p:sp>
      <p:pic>
        <p:nvPicPr>
          <p:cNvPr id="4" name="Tagline">
            <a:extLst>
              <a:ext uri="{FF2B5EF4-FFF2-40B4-BE49-F238E27FC236}">
                <a16:creationId xmlns:a16="http://schemas.microsoft.com/office/drawing/2014/main" id="{A82E153D-3DA2-52C3-4E58-E1588B08C56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92226" y="6032713"/>
            <a:ext cx="1268011" cy="432000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21E6B5-260D-D22F-CDC6-100184A9E45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2048401" y="6271200"/>
            <a:ext cx="3883025" cy="180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516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 hidden="1">
            <a:extLst>
              <a:ext uri="{FF2B5EF4-FFF2-40B4-BE49-F238E27FC236}">
                <a16:creationId xmlns:a16="http://schemas.microsoft.com/office/drawing/2014/main" id="{E1304FA1-E0F5-4AD4-846A-37642FFE487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917DAC8-9FE5-D6A1-5A38-BC46E4D3094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145340" y="0"/>
            <a:ext cx="9047860" cy="4012756"/>
          </a:xfrm>
          <a:custGeom>
            <a:avLst/>
            <a:gdLst>
              <a:gd name="connsiteX0" fmla="*/ 6295687 w 9047860"/>
              <a:gd name="connsiteY0" fmla="*/ 0 h 4012756"/>
              <a:gd name="connsiteX1" fmla="*/ 9047860 w 9047860"/>
              <a:gd name="connsiteY1" fmla="*/ 0 h 4012756"/>
              <a:gd name="connsiteX2" fmla="*/ 9047860 w 9047860"/>
              <a:gd name="connsiteY2" fmla="*/ 3541448 h 4012756"/>
              <a:gd name="connsiteX3" fmla="*/ 6295687 w 9047860"/>
              <a:gd name="connsiteY3" fmla="*/ 3541448 h 4012756"/>
              <a:gd name="connsiteX4" fmla="*/ 3145239 w 9047860"/>
              <a:gd name="connsiteY4" fmla="*/ 0 h 4012756"/>
              <a:gd name="connsiteX5" fmla="*/ 5897411 w 9047860"/>
              <a:gd name="connsiteY5" fmla="*/ 0 h 4012756"/>
              <a:gd name="connsiteX6" fmla="*/ 5897411 w 9047860"/>
              <a:gd name="connsiteY6" fmla="*/ 4012756 h 4012756"/>
              <a:gd name="connsiteX7" fmla="*/ 3145239 w 9047860"/>
              <a:gd name="connsiteY7" fmla="*/ 4012756 h 4012756"/>
              <a:gd name="connsiteX8" fmla="*/ 0 w 9047860"/>
              <a:gd name="connsiteY8" fmla="*/ 0 h 4012756"/>
              <a:gd name="connsiteX9" fmla="*/ 2752173 w 9047860"/>
              <a:gd name="connsiteY9" fmla="*/ 0 h 4012756"/>
              <a:gd name="connsiteX10" fmla="*/ 2752173 w 9047860"/>
              <a:gd name="connsiteY10" fmla="*/ 3070139 h 4012756"/>
              <a:gd name="connsiteX11" fmla="*/ 0 w 9047860"/>
              <a:gd name="connsiteY11" fmla="*/ 3070139 h 4012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047860" h="4012756">
                <a:moveTo>
                  <a:pt x="6295687" y="0"/>
                </a:moveTo>
                <a:lnTo>
                  <a:pt x="9047860" y="0"/>
                </a:lnTo>
                <a:lnTo>
                  <a:pt x="9047860" y="3541448"/>
                </a:lnTo>
                <a:lnTo>
                  <a:pt x="6295687" y="3541448"/>
                </a:lnTo>
                <a:close/>
                <a:moveTo>
                  <a:pt x="3145239" y="0"/>
                </a:moveTo>
                <a:lnTo>
                  <a:pt x="5897411" y="0"/>
                </a:lnTo>
                <a:lnTo>
                  <a:pt x="5897411" y="4012756"/>
                </a:lnTo>
                <a:lnTo>
                  <a:pt x="3145239" y="4012756"/>
                </a:lnTo>
                <a:close/>
                <a:moveTo>
                  <a:pt x="0" y="0"/>
                </a:moveTo>
                <a:lnTo>
                  <a:pt x="2752173" y="0"/>
                </a:lnTo>
                <a:lnTo>
                  <a:pt x="2752173" y="3070139"/>
                </a:lnTo>
                <a:lnTo>
                  <a:pt x="0" y="3070139"/>
                </a:lnTo>
                <a:close/>
              </a:path>
            </a:pathLst>
          </a:custGeom>
          <a:solidFill>
            <a:srgbClr val="1450F5"/>
          </a:solidFill>
        </p:spPr>
        <p:txBody>
          <a:bodyPr wrap="square" lIns="0" tIns="576000"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2000" y="4089600"/>
            <a:ext cx="5500800" cy="1476000"/>
          </a:xfrm>
        </p:spPr>
        <p:txBody>
          <a:bodyPr anchor="b"/>
          <a:lstStyle>
            <a:lvl1pPr algn="l">
              <a:defRPr sz="4800" spc="-1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E46DDB7-75C9-F527-096E-003F036DB09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762" y="5642444"/>
            <a:ext cx="5500799" cy="350369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5pPr>
            <a:lvl6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7pPr>
            <a:lvl8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8pPr>
            <a:lvl9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D6E44EC-D1ED-56D5-9AAA-C2A04539DEB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0E62AB56-683B-4F73-898B-02A0240F7996}" type="datetime3">
              <a:rPr lang="en-US" smtClean="0"/>
              <a:t>17 May 2023</a:t>
            </a:fld>
            <a:endParaRPr lang="en-US" dirty="0"/>
          </a:p>
        </p:txBody>
      </p:sp>
      <p:pic>
        <p:nvPicPr>
          <p:cNvPr id="6" name="Logo">
            <a:extLst>
              <a:ext uri="{FF2B5EF4-FFF2-40B4-BE49-F238E27FC236}">
                <a16:creationId xmlns:a16="http://schemas.microsoft.com/office/drawing/2014/main" id="{FF434E18-D4E3-64FA-64DD-DCA37303D8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000" y="432000"/>
            <a:ext cx="774000" cy="299738"/>
          </a:xfrm>
          <a:prstGeom prst="rect">
            <a:avLst/>
          </a:prstGeom>
        </p:spPr>
      </p:pic>
      <p:pic>
        <p:nvPicPr>
          <p:cNvPr id="4" name="Tagline">
            <a:extLst>
              <a:ext uri="{FF2B5EF4-FFF2-40B4-BE49-F238E27FC236}">
                <a16:creationId xmlns:a16="http://schemas.microsoft.com/office/drawing/2014/main" id="{815B9F30-A1C0-8571-7A33-D7C70DF6EB6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92226" y="6032713"/>
            <a:ext cx="1268011" cy="432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D4F3A3-E857-82E4-0DC4-273360C2E11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2048400" y="6271200"/>
            <a:ext cx="3883098" cy="180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592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35D144F5-6F84-AA91-451A-1025B96172A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95280" y="0"/>
            <a:ext cx="5896720" cy="4644000"/>
          </a:xfrm>
          <a:custGeom>
            <a:avLst/>
            <a:gdLst>
              <a:gd name="connsiteX0" fmla="*/ 3143920 w 5896720"/>
              <a:gd name="connsiteY0" fmla="*/ 0 h 4644000"/>
              <a:gd name="connsiteX1" fmla="*/ 5896720 w 5896720"/>
              <a:gd name="connsiteY1" fmla="*/ 0 h 4644000"/>
              <a:gd name="connsiteX2" fmla="*/ 5896720 w 5896720"/>
              <a:gd name="connsiteY2" fmla="*/ 4644000 h 4644000"/>
              <a:gd name="connsiteX3" fmla="*/ 3143920 w 5896720"/>
              <a:gd name="connsiteY3" fmla="*/ 4644000 h 4644000"/>
              <a:gd name="connsiteX4" fmla="*/ 0 w 5896720"/>
              <a:gd name="connsiteY4" fmla="*/ 0 h 4644000"/>
              <a:gd name="connsiteX5" fmla="*/ 2747920 w 5896720"/>
              <a:gd name="connsiteY5" fmla="*/ 0 h 4644000"/>
              <a:gd name="connsiteX6" fmla="*/ 2747920 w 5896720"/>
              <a:gd name="connsiteY6" fmla="*/ 3536725 h 4644000"/>
              <a:gd name="connsiteX7" fmla="*/ 0 w 5896720"/>
              <a:gd name="connsiteY7" fmla="*/ 3536725 h 464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96720" h="4644000">
                <a:moveTo>
                  <a:pt x="3143920" y="0"/>
                </a:moveTo>
                <a:lnTo>
                  <a:pt x="5896720" y="0"/>
                </a:lnTo>
                <a:lnTo>
                  <a:pt x="5896720" y="4644000"/>
                </a:lnTo>
                <a:lnTo>
                  <a:pt x="3143920" y="4644000"/>
                </a:lnTo>
                <a:close/>
                <a:moveTo>
                  <a:pt x="0" y="0"/>
                </a:moveTo>
                <a:lnTo>
                  <a:pt x="2747920" y="0"/>
                </a:lnTo>
                <a:lnTo>
                  <a:pt x="2747920" y="3536725"/>
                </a:lnTo>
                <a:lnTo>
                  <a:pt x="0" y="3536725"/>
                </a:lnTo>
                <a:close/>
              </a:path>
            </a:pathLst>
          </a:custGeom>
          <a:solidFill>
            <a:srgbClr val="1450F5"/>
          </a:solidFill>
        </p:spPr>
        <p:txBody>
          <a:bodyPr wrap="square" lIns="3168000" tIns="0" anchor="ctr" anchorCtr="0">
            <a:noAutofit/>
          </a:bodyPr>
          <a:lstStyle>
            <a:lvl1pPr marL="0" indent="0" algn="l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add picture</a:t>
            </a:r>
          </a:p>
        </p:txBody>
      </p:sp>
      <p:sp>
        <p:nvSpPr>
          <p:cNvPr id="11" name="Slide Number Placeholder 10" hidden="1">
            <a:extLst>
              <a:ext uri="{FF2B5EF4-FFF2-40B4-BE49-F238E27FC236}">
                <a16:creationId xmlns:a16="http://schemas.microsoft.com/office/drawing/2014/main" id="{E1304FA1-E0F5-4AD4-846A-37642FFE487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2000" y="1295400"/>
            <a:ext cx="5500800" cy="4270200"/>
          </a:xfrm>
        </p:spPr>
        <p:txBody>
          <a:bodyPr anchor="ctr" anchorCtr="0"/>
          <a:lstStyle>
            <a:lvl1pPr algn="l">
              <a:defRPr sz="4800" spc="-1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81F6A7-92A2-AA14-3C8B-5550669C29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762" y="5642444"/>
            <a:ext cx="5500799" cy="350369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5pPr>
            <a:lvl6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7pPr>
            <a:lvl8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8pPr>
            <a:lvl9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D6E44EC-D1ED-56D5-9AAA-C2A04539DEB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C9E5B0C8-D9E9-41D2-8E25-3E96E8092C88}" type="datetime3">
              <a:rPr lang="en-US" smtClean="0"/>
              <a:t>17 May 2023</a:t>
            </a:fld>
            <a:endParaRPr lang="en-US" dirty="0"/>
          </a:p>
        </p:txBody>
      </p:sp>
      <p:pic>
        <p:nvPicPr>
          <p:cNvPr id="6" name="Logo">
            <a:extLst>
              <a:ext uri="{FF2B5EF4-FFF2-40B4-BE49-F238E27FC236}">
                <a16:creationId xmlns:a16="http://schemas.microsoft.com/office/drawing/2014/main" id="{FF434E18-D4E3-64FA-64DD-DCA37303D8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000" y="432000"/>
            <a:ext cx="774000" cy="299738"/>
          </a:xfrm>
          <a:prstGeom prst="rect">
            <a:avLst/>
          </a:prstGeom>
        </p:spPr>
      </p:pic>
      <p:pic>
        <p:nvPicPr>
          <p:cNvPr id="4" name="Tagline">
            <a:extLst>
              <a:ext uri="{FF2B5EF4-FFF2-40B4-BE49-F238E27FC236}">
                <a16:creationId xmlns:a16="http://schemas.microsoft.com/office/drawing/2014/main" id="{C4631EBB-BCCA-9772-71E0-1F1D7B401FD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92226" y="6032713"/>
            <a:ext cx="1268011" cy="432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2060FB-3310-98A7-57F4-78B4341F59F3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2048400" y="6271200"/>
            <a:ext cx="3883098" cy="180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412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3EC2906D-C91C-4D55-616A-0E01E668DA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6264000" tIns="0" anchor="ctr" anchorCtr="0">
            <a:no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1" name="Slide Number Placeholder 10" hidden="1">
            <a:extLst>
              <a:ext uri="{FF2B5EF4-FFF2-40B4-BE49-F238E27FC236}">
                <a16:creationId xmlns:a16="http://schemas.microsoft.com/office/drawing/2014/main" id="{E1304FA1-E0F5-4AD4-846A-37642FFE487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Logo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32000" y="432000"/>
            <a:ext cx="774000" cy="299738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432000" y="1295400"/>
            <a:ext cx="5500800" cy="4270200"/>
          </a:xfrm>
        </p:spPr>
        <p:txBody>
          <a:bodyPr anchor="ctr" anchorCtr="0"/>
          <a:lstStyle>
            <a:lvl1pPr algn="l">
              <a:defRPr sz="480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C8B04237-93E9-2A83-D3FD-51334880D6A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1762" y="5642444"/>
            <a:ext cx="5500799" cy="350369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>
                <a:solidFill>
                  <a:schemeClr val="bg1"/>
                </a:solidFill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5pPr>
            <a:lvl6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7pPr>
            <a:lvl8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8pPr>
            <a:lvl9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D6E44EC-D1ED-56D5-9AAA-C2A04539DEB0}"/>
              </a:ext>
            </a:extLst>
          </p:cNvPr>
          <p:cNvSpPr>
            <a:spLocks noGrp="1"/>
          </p:cNvSpPr>
          <p:nvPr>
            <p:ph type="dt" sz="half" idx="18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F366ADC-C142-4C38-8B82-58BD11CFE877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46" name="Tagline Placeholder 9">
            <a:extLst>
              <a:ext uri="{FF2B5EF4-FFF2-40B4-BE49-F238E27FC236}">
                <a16:creationId xmlns:a16="http://schemas.microsoft.com/office/drawing/2014/main" id="{C92D76CC-B0DB-7004-9A7C-05178E55ECB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492226" y="6035426"/>
            <a:ext cx="1268011" cy="432000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59196-87BD-4F24-D4E8-88C1C61EFA19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2048400" y="6271200"/>
            <a:ext cx="3883098" cy="18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667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39">
            <a:extLst>
              <a:ext uri="{FF2B5EF4-FFF2-40B4-BE49-F238E27FC236}">
                <a16:creationId xmlns:a16="http://schemas.microsoft.com/office/drawing/2014/main" id="{1F95E159-5DC6-5281-03F6-81FA3A49180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227888" y="0"/>
            <a:ext cx="4965312" cy="68616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576000"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2B3B4A0-C375-41A6-AA76-9E9EE3A791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4492"/>
            <a:ext cx="5500688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Agenda title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1728493"/>
            <a:ext cx="5500688" cy="4264320"/>
          </a:xfrm>
        </p:spPr>
        <p:txBody>
          <a:bodyPr/>
          <a:lstStyle>
            <a:lvl1pPr marL="360000" indent="-360000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141414"/>
              </a:buClr>
              <a:buFont typeface="+mj-lt"/>
              <a:buAutoNum type="arabicPeriod"/>
              <a:defRPr sz="2000" b="0">
                <a:solidFill>
                  <a:schemeClr val="tx1"/>
                </a:solidFill>
                <a:latin typeface="+mn-lt"/>
              </a:defRPr>
            </a:lvl1pPr>
            <a:lvl2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2pPr>
            <a:lvl3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3pPr>
            <a:lvl4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4pPr>
            <a:lvl5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5pPr>
            <a:lvl6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6pPr>
            <a:lvl7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7pPr>
            <a:lvl8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8pPr>
            <a:lvl9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 dirty="0"/>
              <a:t>Click to add agenda point</a:t>
            </a:r>
          </a:p>
          <a:p>
            <a:pPr lvl="1"/>
            <a:r>
              <a:rPr lang="en-US" noProof="0" dirty="0"/>
              <a:t>Second indent</a:t>
            </a:r>
          </a:p>
        </p:txBody>
      </p:sp>
      <p:sp>
        <p:nvSpPr>
          <p:cNvPr id="9" name="Logo Placeholder 9">
            <a:extLst>
              <a:ext uri="{FF2B5EF4-FFF2-40B4-BE49-F238E27FC236}">
                <a16:creationId xmlns:a16="http://schemas.microsoft.com/office/drawing/2014/main" id="{A8446264-65F7-50E8-101F-16D8510636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84613" y="432000"/>
            <a:ext cx="774000" cy="299738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4953A64-F296-B8C4-E472-915A7AB13333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D21CF383-986D-4628-9EED-E198AC15FB03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AB1455-E7F4-13CA-4E4B-5EA74ED886E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837A55-6DFF-8810-13BD-74293F7DA730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2048400" y="6271200"/>
            <a:ext cx="3883098" cy="180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317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5920808C-A9FC-0520-80B7-E8B7B7FF56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5500688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Agenda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485AA6-92EE-46D3-8826-CF357E1A458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2000" y="1727601"/>
            <a:ext cx="792000" cy="4265212"/>
          </a:xfrm>
        </p:spPr>
        <p:txBody>
          <a:bodyPr/>
          <a:lstStyle>
            <a:lvl1pPr marL="0" indent="0">
              <a:lnSpc>
                <a:spcPts val="26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3pPr>
            <a:lvl4pPr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4pPr>
            <a:lvl5pPr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7pPr>
            <a:lvl8pPr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chemeClr val="tx1"/>
                </a:solidFill>
                <a:latin typeface="+mn-lt"/>
              </a:defRPr>
            </a:lvl8pPr>
            <a:lvl9pPr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00:00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1401762" y="1727601"/>
            <a:ext cx="4530725" cy="4265212"/>
          </a:xfrm>
        </p:spPr>
        <p:txBody>
          <a:bodyPr/>
          <a:lstStyle>
            <a:lvl1pPr marL="0" indent="0">
              <a:lnSpc>
                <a:spcPts val="26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ts val="26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 dirty="0"/>
              <a:t>Click to add agenda point, one line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BB2CF03C-775B-9CEC-DDF4-B4B4D4311685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5527606D-AF65-44AC-B6B8-D7FB28FAFEC7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2419E34-5713-02D9-7C34-B1C4B3F0967A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D6353B-7C2A-6F34-3538-7EDFCB3C532C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2048400" y="6271200"/>
            <a:ext cx="3883098" cy="1800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FFC9A1BA-7221-3437-C50A-A8C3B38BB1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665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5920808C-A9FC-0520-80B7-E8B7B7FF56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2587425" cy="9999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Agenda 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7D1017B-5B93-51A9-55B3-ED901BAC88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4824" y="863601"/>
            <a:ext cx="5502276" cy="5129212"/>
          </a:xfrm>
        </p:spPr>
        <p:txBody>
          <a:bodyPr/>
          <a:lstStyle>
            <a:lvl1pPr marL="360000" indent="-360000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chemeClr val="tx1"/>
              </a:buClr>
              <a:buFont typeface="+mj-lt"/>
              <a:buAutoNum type="arabicPeriod"/>
              <a:defRPr sz="2000" b="0">
                <a:solidFill>
                  <a:schemeClr val="tx1"/>
                </a:solidFill>
                <a:latin typeface="+mn-lt"/>
              </a:defRPr>
            </a:lvl1pPr>
            <a:lvl2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2pPr>
            <a:lvl3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3pPr>
            <a:lvl4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4pPr>
            <a:lvl5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5pPr>
            <a:lvl6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6pPr>
            <a:lvl7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7pPr>
            <a:lvl8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8pPr>
            <a:lvl9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 dirty="0"/>
              <a:t>Click to add agenda point</a:t>
            </a:r>
          </a:p>
          <a:p>
            <a:pPr lvl="1"/>
            <a:r>
              <a:rPr lang="en-US" noProof="0" dirty="0"/>
              <a:t>Second indent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B3697-5A10-3954-BA5B-20BE868C8A4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84BACF6F-EE42-438C-B9D6-4EC9BC1A0397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FDB83AA-C7F5-3811-A406-CF7545F6CE4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12D356A-C127-FB33-B378-582BA8F87DD4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CA3B49E2-9E84-91C3-98CA-04B09D4BCD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113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(numbering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4314825" y="863600"/>
            <a:ext cx="5502275" cy="5129213"/>
          </a:xfrm>
        </p:spPr>
        <p:txBody>
          <a:bodyPr anchor="ctr" anchorCtr="0"/>
          <a:lstStyle>
            <a:lvl1pPr algn="l">
              <a:defRPr sz="4800" spc="-100" baseline="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Click to add title</a:t>
            </a:r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266C311E-92BF-5918-7732-348FEE55BA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32001" y="432000"/>
            <a:ext cx="773998" cy="299738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66518A5-9FAA-712E-01B8-639ADF4170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431800" y="863600"/>
            <a:ext cx="3559175" cy="5129213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0" b="0" spc="-100">
                <a:solidFill>
                  <a:schemeClr val="tx1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0" b="0" spc="-100">
                <a:solidFill>
                  <a:schemeClr val="tx1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0" b="0" spc="-100">
                <a:solidFill>
                  <a:schemeClr val="tx1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0" b="0" spc="-100">
                <a:solidFill>
                  <a:schemeClr val="tx1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0" b="0" spc="-100">
                <a:solidFill>
                  <a:schemeClr val="tx1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0" b="0" spc="-100">
                <a:solidFill>
                  <a:schemeClr val="tx1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0" b="0" spc="-100">
                <a:solidFill>
                  <a:schemeClr val="tx1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0" b="0" spc="-100">
                <a:solidFill>
                  <a:schemeClr val="tx1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0" b="0" spc="-100">
                <a:solidFill>
                  <a:schemeClr val="tx1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defRPr>
            </a:lvl9pPr>
          </a:lstStyle>
          <a:p>
            <a:pPr lvl="0"/>
            <a:r>
              <a:rPr lang="en-US" noProof="0" dirty="0"/>
              <a:t>00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55898B-D014-FEF8-76FB-CD7EFBDBEE6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A9C7805-947D-494A-B9CE-079065BCB7FD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715F9E2-0B99-7A51-9C5E-B08CBFF6DE0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FBB8A15-47A1-6043-EE6C-737565CB60D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3822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A">
    <p:bg>
      <p:bgPr>
        <a:solidFill>
          <a:srgbClr val="D2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2000" y="1295400"/>
            <a:ext cx="5502275" cy="4697413"/>
          </a:xfrm>
        </p:spPr>
        <p:txBody>
          <a:bodyPr anchor="ctr" anchorCtr="0"/>
          <a:lstStyle>
            <a:lvl1pPr algn="l">
              <a:defRPr sz="4800" spc="-100" baseline="0">
                <a:solidFill>
                  <a:srgbClr val="141414"/>
                </a:solidFill>
              </a:defRPr>
            </a:lvl1pPr>
          </a:lstStyle>
          <a:p>
            <a:r>
              <a:rPr lang="en-US" noProof="0" dirty="0"/>
              <a:t>Click to add title</a:t>
            </a:r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266C311E-92BF-5918-7732-348FEE55BA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32001" y="432000"/>
            <a:ext cx="773998" cy="299737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2D344DD-AE58-6BDF-25A5-7C822D0629F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199438" y="2099706"/>
            <a:ext cx="3204000" cy="3088800"/>
          </a:xfrm>
        </p:spPr>
        <p:txBody>
          <a:bodyPr/>
          <a:lstStyle>
            <a:lvl1pPr marL="0" indent="0" algn="ctr">
              <a:buNone/>
              <a:defRPr>
                <a:solidFill>
                  <a:srgbClr val="141414"/>
                </a:solidFill>
              </a:defRPr>
            </a:lvl1pPr>
            <a:lvl2pPr>
              <a:defRPr>
                <a:solidFill>
                  <a:srgbClr val="141414"/>
                </a:solidFill>
              </a:defRPr>
            </a:lvl2pPr>
            <a:lvl3pPr>
              <a:defRPr>
                <a:solidFill>
                  <a:srgbClr val="141414"/>
                </a:solidFill>
              </a:defRPr>
            </a:lvl3pPr>
            <a:lvl4pPr>
              <a:defRPr>
                <a:solidFill>
                  <a:srgbClr val="141414"/>
                </a:solidFill>
              </a:defRPr>
            </a:lvl4pPr>
            <a:lvl5pPr>
              <a:defRPr>
                <a:solidFill>
                  <a:srgbClr val="141414"/>
                </a:solidFill>
              </a:defRPr>
            </a:lvl5pPr>
          </a:lstStyle>
          <a:p>
            <a:pPr lvl="0"/>
            <a:r>
              <a:rPr lang="en-US" dirty="0"/>
              <a:t>Click frame and                            paste copied ICON or NUMBER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103D94-964E-D1A3-7591-4324D5CC738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7585EFDD-1BE3-41F7-8EA3-6527C9483E00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D5A3AA-D261-55B8-5B90-FA3A9497A7B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2048400" y="6271200"/>
            <a:ext cx="3883098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98593C1-5DDB-15C0-F22A-0D07BD09E4D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7300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B">
    <p:bg>
      <p:bgPr>
        <a:solidFill>
          <a:srgbClr val="FFCD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2000" y="1295400"/>
            <a:ext cx="5502275" cy="4697413"/>
          </a:xfrm>
        </p:spPr>
        <p:txBody>
          <a:bodyPr anchor="ctr" anchorCtr="0"/>
          <a:lstStyle>
            <a:lvl1pPr algn="l">
              <a:defRPr sz="4800" spc="-100" baseline="0">
                <a:solidFill>
                  <a:srgbClr val="141414"/>
                </a:solidFill>
              </a:defRPr>
            </a:lvl1pPr>
          </a:lstStyle>
          <a:p>
            <a:r>
              <a:rPr lang="en-US" noProof="0" dirty="0"/>
              <a:t>Click to add title</a:t>
            </a:r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266C311E-92BF-5918-7732-348FEE55BA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32001" y="432000"/>
            <a:ext cx="773998" cy="299737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2D344DD-AE58-6BDF-25A5-7C822D0629F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199438" y="2099706"/>
            <a:ext cx="3204000" cy="3088800"/>
          </a:xfrm>
        </p:spPr>
        <p:txBody>
          <a:bodyPr/>
          <a:lstStyle>
            <a:lvl1pPr marL="0" indent="0" algn="ctr">
              <a:buNone/>
              <a:defRPr>
                <a:solidFill>
                  <a:srgbClr val="141414"/>
                </a:solidFill>
              </a:defRPr>
            </a:lvl1pPr>
            <a:lvl2pPr>
              <a:defRPr>
                <a:solidFill>
                  <a:srgbClr val="141414"/>
                </a:solidFill>
              </a:defRPr>
            </a:lvl2pPr>
            <a:lvl3pPr>
              <a:defRPr>
                <a:solidFill>
                  <a:srgbClr val="141414"/>
                </a:solidFill>
              </a:defRPr>
            </a:lvl3pPr>
            <a:lvl4pPr>
              <a:defRPr>
                <a:solidFill>
                  <a:srgbClr val="141414"/>
                </a:solidFill>
              </a:defRPr>
            </a:lvl4pPr>
            <a:lvl5pPr>
              <a:defRPr>
                <a:solidFill>
                  <a:srgbClr val="141414"/>
                </a:solidFill>
              </a:defRPr>
            </a:lvl5pPr>
          </a:lstStyle>
          <a:p>
            <a:pPr lvl="0"/>
            <a:r>
              <a:rPr lang="en-US" dirty="0"/>
              <a:t>Click frame and                            paste copied ICON or NUMBER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C858F0-1785-72FD-D321-713A598D749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ACD8B827-E528-4113-BCCE-1033716C8A43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72296-451F-F708-169F-BE02BE9CE4F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2048400" y="6271200"/>
            <a:ext cx="3883098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FF09D84-863D-9742-C257-72CC58075F6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627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C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2000" y="1295400"/>
            <a:ext cx="5502275" cy="4697413"/>
          </a:xfrm>
        </p:spPr>
        <p:txBody>
          <a:bodyPr anchor="ctr" anchorCtr="0"/>
          <a:lstStyle>
            <a:lvl1pPr algn="l">
              <a:defRPr sz="4800" spc="-100" baseline="0">
                <a:solidFill>
                  <a:srgbClr val="141414"/>
                </a:solidFill>
              </a:defRPr>
            </a:lvl1pPr>
          </a:lstStyle>
          <a:p>
            <a:r>
              <a:rPr lang="en-US" noProof="0" dirty="0"/>
              <a:t>Click to add title</a:t>
            </a:r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266C311E-92BF-5918-7732-348FEE55BA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32001" y="432000"/>
            <a:ext cx="773998" cy="299737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2D344DD-AE58-6BDF-25A5-7C822D0629F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199438" y="2099706"/>
            <a:ext cx="3204000" cy="3088800"/>
          </a:xfrm>
        </p:spPr>
        <p:txBody>
          <a:bodyPr/>
          <a:lstStyle>
            <a:lvl1pPr marL="0" indent="0" algn="ctr">
              <a:buNone/>
              <a:defRPr>
                <a:solidFill>
                  <a:srgbClr val="141414"/>
                </a:solidFill>
              </a:defRPr>
            </a:lvl1pPr>
            <a:lvl2pPr>
              <a:defRPr>
                <a:solidFill>
                  <a:srgbClr val="141414"/>
                </a:solidFill>
              </a:defRPr>
            </a:lvl2pPr>
            <a:lvl3pPr>
              <a:defRPr>
                <a:solidFill>
                  <a:srgbClr val="141414"/>
                </a:solidFill>
              </a:defRPr>
            </a:lvl3pPr>
            <a:lvl4pPr>
              <a:defRPr>
                <a:solidFill>
                  <a:srgbClr val="141414"/>
                </a:solidFill>
              </a:defRPr>
            </a:lvl4pPr>
            <a:lvl5pPr>
              <a:defRPr>
                <a:solidFill>
                  <a:srgbClr val="141414"/>
                </a:solidFill>
              </a:defRPr>
            </a:lvl5pPr>
          </a:lstStyle>
          <a:p>
            <a:pPr lvl="0"/>
            <a:r>
              <a:rPr lang="en-US" dirty="0"/>
              <a:t>Click frame and                            paste copied ICON or NUMBER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EAFEDA-5D8F-4472-AE64-1F75A9CBEDCC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8535FCDD-347F-4F43-97BE-D9AE0412B32F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A8B97-07B4-4391-2950-576BB23CEC3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2048400" y="6271200"/>
            <a:ext cx="3883098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B5AFE99-0C7F-B5D4-26E6-721E0D4326D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3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2000" y="1295400"/>
            <a:ext cx="3558975" cy="4265613"/>
          </a:xfrm>
        </p:spPr>
        <p:txBody>
          <a:bodyPr anchor="ctr" anchorCtr="0"/>
          <a:lstStyle>
            <a:lvl1pPr algn="l">
              <a:defRPr sz="4800" spc="-100" baseline="0">
                <a:solidFill>
                  <a:srgbClr val="141414"/>
                </a:solidFill>
              </a:defRPr>
            </a:lvl1pPr>
          </a:lstStyle>
          <a:p>
            <a:r>
              <a:rPr lang="en-US" noProof="0" dirty="0"/>
              <a:t>Click to add title</a:t>
            </a:r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266C311E-92BF-5918-7732-348FEE55BA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32001" y="432000"/>
            <a:ext cx="773998" cy="299737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2D344DD-AE58-6BDF-25A5-7C822D0629F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286375" y="1295399"/>
            <a:ext cx="6472037" cy="4265613"/>
          </a:xfrm>
        </p:spPr>
        <p:txBody>
          <a:bodyPr/>
          <a:lstStyle>
            <a:lvl1pPr marL="0" indent="0" algn="ctr">
              <a:buNone/>
              <a:defRPr>
                <a:solidFill>
                  <a:srgbClr val="141414"/>
                </a:solidFill>
              </a:defRPr>
            </a:lvl1pPr>
            <a:lvl2pPr>
              <a:defRPr>
                <a:solidFill>
                  <a:srgbClr val="141414"/>
                </a:solidFill>
              </a:defRPr>
            </a:lvl2pPr>
            <a:lvl3pPr>
              <a:defRPr>
                <a:solidFill>
                  <a:srgbClr val="141414"/>
                </a:solidFill>
              </a:defRPr>
            </a:lvl3pPr>
            <a:lvl4pPr>
              <a:defRPr>
                <a:solidFill>
                  <a:srgbClr val="141414"/>
                </a:solidFill>
              </a:defRPr>
            </a:lvl4pPr>
            <a:lvl5pPr>
              <a:defRPr>
                <a:solidFill>
                  <a:srgbClr val="141414"/>
                </a:solidFill>
              </a:defRPr>
            </a:lvl5pPr>
          </a:lstStyle>
          <a:p>
            <a:pPr lvl="0"/>
            <a:r>
              <a:rPr lang="en-US" dirty="0"/>
              <a:t>Click frame and paste copied KONE icon or KONE illustration                        (see slides in the end of the presentation)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4436633-BBBA-0984-F2D7-081A410FDA3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402555" y="6271200"/>
            <a:ext cx="1617663" cy="180000"/>
          </a:xfrm>
        </p:spPr>
        <p:txBody>
          <a:bodyPr/>
          <a:lstStyle>
            <a:lvl1pPr>
              <a:defRPr>
                <a:solidFill>
                  <a:srgbClr val="141414"/>
                </a:solidFill>
              </a:defRPr>
            </a:lvl1pPr>
          </a:lstStyle>
          <a:p>
            <a:fld id="{C38F3DA6-9EA3-44F3-A9A6-059BE164AA0C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D51C10E4-D76F-BD9C-4317-9C6E675E7D6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31800" y="6271200"/>
            <a:ext cx="648499" cy="180000"/>
          </a:xfrm>
        </p:spPr>
        <p:txBody>
          <a:bodyPr/>
          <a:lstStyle>
            <a:lvl1pPr>
              <a:defRPr>
                <a:solidFill>
                  <a:srgbClr val="141414"/>
                </a:solidFill>
              </a:defRPr>
            </a:lvl1pPr>
          </a:lstStyle>
          <a:p>
            <a:pPr algn="l"/>
            <a:fld id="{23AA811B-2EBD-4900-905E-5BE206449611}" type="slidenum">
              <a:rPr lang="en-US" smtClean="0"/>
              <a:pPr algn="l"/>
              <a:t>‹#›</a:t>
            </a:fld>
            <a:endParaRPr lang="en-US" dirty="0"/>
          </a:p>
        </p:txBody>
      </p:sp>
      <p:pic>
        <p:nvPicPr>
          <p:cNvPr id="3" name="Tagline">
            <a:extLst>
              <a:ext uri="{FF2B5EF4-FFF2-40B4-BE49-F238E27FC236}">
                <a16:creationId xmlns:a16="http://schemas.microsoft.com/office/drawing/2014/main" id="{FCA395D3-4399-25BD-36DA-4C05E7B8AE0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92226" y="6032713"/>
            <a:ext cx="1268011" cy="432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9B074-812E-82E9-3CE3-4971846D80D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344863" y="6271200"/>
            <a:ext cx="3559248" cy="180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4136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(just title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432000" y="1295400"/>
            <a:ext cx="5502275" cy="4697413"/>
          </a:xfrm>
        </p:spPr>
        <p:txBody>
          <a:bodyPr anchor="ctr" anchorCtr="0"/>
          <a:lstStyle>
            <a:lvl1pPr algn="l">
              <a:defRPr sz="4800" spc="-100" baseline="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Click to add title</a:t>
            </a:r>
            <a:endParaRPr lang="en-US" dirty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39535F61-80F7-FEAD-C0B1-B205E614A4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32001" y="432000"/>
            <a:ext cx="773998" cy="2997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CD3F10-785E-74E3-41C9-A32A0FCBD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3C48F-08E1-40B5-8BD1-04B1C34134D8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2F0BE-B639-C6FF-F3E9-5B3703A49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48400" y="6271200"/>
            <a:ext cx="3883098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857EBA-4629-14FF-9DD2-F34CC9467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91509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4201"/>
            <a:ext cx="8737400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2160200"/>
            <a:ext cx="8737400" cy="3832613"/>
          </a:xfrm>
        </p:spPr>
        <p:txBody>
          <a:bodyPr rIns="0"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                                                                                                                                     Enter &amp; TAB to view next text style                                 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3916BF-D868-9443-6637-6555C64D50D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E97227C-9FFB-4B5B-BA3E-BF0ACD1C8E06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E7602-6F45-6880-D19A-A8C67D31F8B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48401" y="6271200"/>
            <a:ext cx="7119937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6D2AF04-943A-4652-F6BF-3E59FE065D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129AC5F4-D652-D6EC-6B17-EF0CF243CD3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0111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B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8737400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2160000"/>
            <a:ext cx="8737400" cy="3832813"/>
          </a:xfrm>
        </p:spPr>
        <p:txBody>
          <a:bodyPr rIns="0"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                                                                                                                                     Enter &amp; TAB to view next text style                                 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5E9BD4-4D39-2DFD-3452-2B27088E1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071B5-4674-4B04-8EB6-0B35CE4D31EE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1C40B8-E555-B912-7D74-AEFEAFE7D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48401" y="6271200"/>
            <a:ext cx="7119937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4719DB-0A1C-D31A-F3F3-8E4447B4E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283364F2-0EA0-234E-7BC9-E8DF25E6AD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9015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4201"/>
            <a:ext cx="8737400" cy="647681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2160200"/>
            <a:ext cx="8737400" cy="3832613"/>
          </a:xfrm>
        </p:spPr>
        <p:txBody>
          <a:bodyPr rIns="0"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                                                                                                                                     Enter &amp; TAB to view next text style                                 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3916BF-D868-9443-6637-6555C64D50D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E97227C-9FFB-4B5B-BA3E-BF0ACD1C8E06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E7602-6F45-6880-D19A-A8C67D31F8B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48401" y="6271200"/>
            <a:ext cx="7119937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6D2AF04-943A-4652-F6BF-3E59FE065D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49C0337-07D0-5912-424D-629D4C32E01E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432001" y="1511882"/>
            <a:ext cx="8736338" cy="338542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7604D4D7-44C9-D0B0-8881-4766DF7C87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9658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4202"/>
            <a:ext cx="8737400" cy="584612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2160000"/>
            <a:ext cx="8737400" cy="3834000"/>
          </a:xfrm>
        </p:spPr>
        <p:txBody>
          <a:bodyPr rIns="0"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                                                                                                                                     Enter &amp; TAB to view next text style                                 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3916BF-D868-9443-6637-6555C64D50D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E97227C-9FFB-4B5B-BA3E-BF0ACD1C8E06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E7602-6F45-6880-D19A-A8C67D31F8B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48401" y="6271200"/>
            <a:ext cx="7119937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6D2AF04-943A-4652-F6BF-3E59FE065D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49C0337-07D0-5912-424D-629D4C32E01E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432001" y="368846"/>
            <a:ext cx="8736338" cy="338542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 cap="all" baseline="0">
                <a:solidFill>
                  <a:srgbClr val="1450F5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6745A831-2F0F-142B-7A77-7C02C4F751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7156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4201"/>
            <a:ext cx="11325600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1800" y="2160000"/>
            <a:ext cx="5500688" cy="3832614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                  Enter &amp; TAB to view next text style                                    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59514" y="2160000"/>
            <a:ext cx="5501485" cy="3832614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                  Enter &amp; TAB to view next text style                          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931AF2F-9DAA-B62C-4FD4-F4C9743CD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FAED8-9330-4118-88BE-11A30FFD7FAF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2745B97-C128-A763-F7C6-47AC50A6E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48400" y="6271200"/>
            <a:ext cx="80926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EE97C30-0CD9-55CE-45C7-0000B8B57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0A89E774-2464-2A29-0AC6-D867370F04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9268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B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11325600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1" y="2160000"/>
            <a:ext cx="5500488" cy="3833214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                  Enter &amp; TAB to view next text style                                    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57112" y="2160000"/>
            <a:ext cx="5500488" cy="3833214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                  Enter &amp; TAB to view next text style                          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931AF2F-9DAA-B62C-4FD4-F4C9743CD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BCAC6-7E1E-437B-98A1-71C04751BE3D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2745B97-C128-A763-F7C6-47AC50A6E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48400" y="6271200"/>
            <a:ext cx="8091487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EE97C30-0CD9-55CE-45C7-0000B8B57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0023AB5E-21C9-E39C-13CD-BE095656A4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692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4200"/>
            <a:ext cx="3560400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2160200"/>
            <a:ext cx="3560400" cy="3832614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Enter &amp; TAB to view next text style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14825" y="2160199"/>
            <a:ext cx="7442775" cy="3832614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                                                        Enter &amp; TAB to view next text style                                                                         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931AF2F-9DAA-B62C-4FD4-F4C9743CD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FCF8E-BEA5-49D6-9EEB-D2C388E49C92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2745B97-C128-A763-F7C6-47AC50A6E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48400" y="6271200"/>
            <a:ext cx="80926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EE97C30-0CD9-55CE-45C7-0000B8B57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B4C0103B-0E28-FA6A-2D1E-C523A53A42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8876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D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4000"/>
            <a:ext cx="3560400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2159999"/>
            <a:ext cx="3560400" cy="3832813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Enter &amp; TAB to view next text style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14825" y="2159999"/>
            <a:ext cx="7442775" cy="3832813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                                                        Enter &amp; TAB to view next text style                                                                         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931AF2F-9DAA-B62C-4FD4-F4C9743CD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DC0E1-1BCD-4AEC-90FF-0EAD2019F531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2745B97-C128-A763-F7C6-47AC50A6E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48400" y="6271200"/>
            <a:ext cx="80926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EE97C30-0CD9-55CE-45C7-0000B8B57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F4F7B231-0338-08B1-A6A5-9318190E0F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0132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1999" y="2160000"/>
            <a:ext cx="3560400" cy="3834400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Enter &amp; TAB to view next text style 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D1EC185-5B12-41DF-8263-14BD8E01E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14825" y="2160000"/>
            <a:ext cx="3560400" cy="3834400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Enter &amp; TAB to view next text style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  <a:endParaRPr lang="en-US" dirty="0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B51A870A-B49A-41AB-A520-9F693B2A477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99438" y="2160000"/>
            <a:ext cx="3560400" cy="3834400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Enter &amp; TAB to view next text style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466B440-3458-F23C-D1CB-333665BCF095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B00FB025-1459-4F5A-B4E2-F32A8127E678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50EF31A-FE72-B054-1668-E44BDD11246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2048400" y="6271200"/>
            <a:ext cx="80926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C65E58D-3360-3495-B998-8A6CB389A97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6ADA4EA1-54A4-5AF6-6248-DB2EF68273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2128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B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1999" y="2160000"/>
            <a:ext cx="3560400" cy="3834400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Enter &amp; TAB to view next text style 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D1EC185-5B12-41DF-8263-14BD8E01E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14825" y="2160000"/>
            <a:ext cx="3560400" cy="3834400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Enter &amp; TAB to view next text style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  <a:endParaRPr lang="en-US" dirty="0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B51A870A-B49A-41AB-A520-9F693B2A477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99438" y="2160000"/>
            <a:ext cx="3560400" cy="3834400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Enter &amp; TAB to view next text style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466B440-3458-F23C-D1CB-333665BCF095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22B58FE7-8D6F-4ED8-B566-1CE1D7B79795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50EF31A-FE72-B054-1668-E44BDD11246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2048400" y="6271200"/>
            <a:ext cx="80926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C65E58D-3360-3495-B998-8A6CB389A97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6C7ED62A-EDD7-D5A0-E200-80AD55665B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6039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6472038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1999" y="2160000"/>
            <a:ext cx="3560400" cy="3832813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Enter &amp; TAB to view next text style 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D1EC185-5B12-41DF-8263-14BD8E01E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14825" y="2160000"/>
            <a:ext cx="2589213" cy="3832813"/>
          </a:xfrm>
        </p:spPr>
        <p:txBody>
          <a:bodyPr/>
          <a:lstStyle>
            <a:lvl1pPr>
              <a:defRPr/>
            </a:lvl1pPr>
            <a:lvl5pPr>
              <a:defRPr/>
            </a:lvl5pPr>
            <a:lvl7pPr>
              <a:defRPr/>
            </a:lvl7pPr>
          </a:lstStyle>
          <a:p>
            <a:pPr lvl="0"/>
            <a:r>
              <a:rPr lang="en-US" noProof="0" dirty="0"/>
              <a:t>Click to add text                   Enter &amp; TAB to view next text style          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B51A870A-B49A-41AB-A520-9F693B2A477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7227888" y="863600"/>
            <a:ext cx="4531950" cy="5129213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Enter &amp; TAB to view next text style     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466B440-3458-F23C-D1CB-333665BCF095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8D5AADE4-FF53-4C7F-9CA3-5BD6767BE0B9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50EF31A-FE72-B054-1668-E44BDD11246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2048400" y="6271200"/>
            <a:ext cx="80926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C65E58D-3360-3495-B998-8A6CB389A97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1765F2F6-BD68-9BD6-6E5C-8BF4E69894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34012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D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6472038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1999" y="2160000"/>
            <a:ext cx="3560400" cy="3832813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Enter &amp; TAB to view next text style 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D1EC185-5B12-41DF-8263-14BD8E01E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14825" y="2160000"/>
            <a:ext cx="2589213" cy="3832813"/>
          </a:xfrm>
        </p:spPr>
        <p:txBody>
          <a:bodyPr/>
          <a:lstStyle>
            <a:lvl1pPr>
              <a:defRPr/>
            </a:lvl1pPr>
            <a:lvl5pPr>
              <a:defRPr/>
            </a:lvl5pPr>
            <a:lvl7pPr>
              <a:defRPr/>
            </a:lvl7pPr>
          </a:lstStyle>
          <a:p>
            <a:pPr lvl="0"/>
            <a:r>
              <a:rPr lang="en-US" noProof="0" dirty="0"/>
              <a:t>Click to add text                   Enter &amp; TAB to view next text style          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  <a:endParaRPr lang="en-US" dirty="0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B51A870A-B49A-41AB-A520-9F693B2A477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7227888" y="863600"/>
            <a:ext cx="4531950" cy="5129213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Enter &amp; TAB to view next text style     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466B440-3458-F23C-D1CB-333665BCF095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4CAA6DB2-E736-451A-86F1-1796C238F2E0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50EF31A-FE72-B054-1668-E44BDD11246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2048400" y="6271200"/>
            <a:ext cx="80926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C65E58D-3360-3495-B998-8A6CB389A97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88FD27A1-FB85-F7FD-F51B-85DFBC9730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9962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tex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55029-5E8C-01A6-527F-9856D08533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1290310"/>
            <a:ext cx="3559175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86375" y="1296000"/>
            <a:ext cx="2589213" cy="218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Enter &amp; TAB to view next text style              SHIFT+TAB to view previous text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7C9EADE-506B-A4E6-ED55-A3564833E6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86374" y="3805925"/>
            <a:ext cx="2589213" cy="218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4469062-D008-CE4C-1CA5-EB4E87B2D90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2000" y="2586710"/>
            <a:ext cx="3559175" cy="340801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3FBAB97-30FA-5D51-9E1F-C5A8FF6479E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199438" y="1296000"/>
            <a:ext cx="3559421" cy="21888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9AC831F9-9E31-D9F7-9B60-F83847A0D08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196837" y="3805925"/>
            <a:ext cx="3560763" cy="21888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5CA437E-B9E9-6E96-C918-140C31215EC6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0B6AE01A-3E9C-45AD-8FF2-AD12D426AFE0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B3FA518-74A4-049B-B657-631FB56E36E0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2048400" y="6271200"/>
            <a:ext cx="80926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20149EE-DBF1-636D-84BA-A543C7D608C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1BBAFA7D-9B89-6A14-CD33-FD654EAC0C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82412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tex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5712B-4E71-D432-07E8-176AED5BFD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8413551" cy="58461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 in one line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51315" y="1727200"/>
            <a:ext cx="2581174" cy="4265013"/>
          </a:xfrm>
        </p:spPr>
        <p:txBody>
          <a:bodyPr anchor="b" anchorCtr="0"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Enter &amp; TAB to view next text style              SHIFT+TAB to view previous text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7C9EADE-506B-A4E6-ED55-A3564833E6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70786" y="1727200"/>
            <a:ext cx="2589213" cy="4265013"/>
          </a:xfrm>
        </p:spPr>
        <p:txBody>
          <a:bodyPr anchor="b" anchorCtr="0"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3FBAB97-30FA-5D51-9E1F-C5A8FF6479E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32000" y="1727200"/>
            <a:ext cx="2589213" cy="4265013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9AC831F9-9E31-D9F7-9B60-F83847A0D08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256338" y="1727200"/>
            <a:ext cx="2589213" cy="4265013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7EACEEC-FBDD-4434-C252-D718F2800E7C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493E73D4-C8CD-49C2-9B93-446187B58126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E4BEAB8-67C2-FEB2-B84D-7CA461A8C2CA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2048400" y="6271200"/>
            <a:ext cx="80926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F40D61E-53EF-7DF5-0A8B-5AF2168ADC11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CB7C8CE4-85E1-157F-ABB7-C96BAFD1B3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18683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text C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58CBBC1B-7DB9-FFF8-7936-68B9FD809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8413551" cy="58461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 in one line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51315" y="1729387"/>
            <a:ext cx="2581174" cy="4265013"/>
          </a:xfrm>
        </p:spPr>
        <p:txBody>
          <a:bodyPr anchor="b" anchorCtr="0"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Enter &amp; TAB to view next text style              SHIFT+TAB to view previous text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7C9EADE-506B-A4E6-ED55-A3564833E6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70786" y="1729387"/>
            <a:ext cx="2589213" cy="4265013"/>
          </a:xfrm>
        </p:spPr>
        <p:txBody>
          <a:bodyPr anchor="b" anchorCtr="0"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3FBAB97-30FA-5D51-9E1F-C5A8FF6479E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32000" y="1729387"/>
            <a:ext cx="2589213" cy="4265013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9AC831F9-9E31-D9F7-9B60-F83847A0D08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256338" y="1729387"/>
            <a:ext cx="2589213" cy="4265013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D84BC30-2E53-95BB-159A-27022A86E78B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5A501290-3DB8-4FBF-85FF-74D7D57F4AF2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7B63327-8549-BFBC-C12F-0F2EE4CEB9F6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2048400" y="6271200"/>
            <a:ext cx="80926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FBBE820-A6DC-772D-F054-F8C66D66D890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C74519A9-6173-3C01-2E63-A1EAFA6CF5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7576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2000" y="4211999"/>
            <a:ext cx="3559421" cy="17808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7C9EADE-506B-A4E6-ED55-A3564833E6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14824" y="4211999"/>
            <a:ext cx="3560763" cy="17808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4469062-D008-CE4C-1CA5-EB4E87B2D90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99437" y="4211999"/>
            <a:ext cx="3559175" cy="17808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3FBAB97-30FA-5D51-9E1F-C5A8FF6479E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32000" y="1296000"/>
            <a:ext cx="3559421" cy="25884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9AC831F9-9E31-D9F7-9B60-F83847A0D08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314824" y="1296000"/>
            <a:ext cx="3560763" cy="25884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20" name="Picture Placeholder 16">
            <a:extLst>
              <a:ext uri="{FF2B5EF4-FFF2-40B4-BE49-F238E27FC236}">
                <a16:creationId xmlns:a16="http://schemas.microsoft.com/office/drawing/2014/main" id="{D429DD04-EC95-7FC7-3C62-267E79BEB6E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199437" y="1296000"/>
            <a:ext cx="3559175" cy="25884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464986-31E7-BAE8-CA1B-F5B4CBF5C3E6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fld id="{44FA8394-B24F-4012-8AE0-19DD34A4F406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FB38A3-76D1-5B2E-34F6-B428F29B8E91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>
          <a:xfrm>
            <a:off x="2048400" y="6271200"/>
            <a:ext cx="80926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498BB5F-632D-E279-A632-26AB519DE766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C304DF20-B93E-FE60-B633-7687AC79CC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69092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2000" y="4211999"/>
            <a:ext cx="2588400" cy="1780813"/>
          </a:xfrm>
        </p:spPr>
        <p:txBody>
          <a:bodyPr/>
          <a:lstStyle/>
          <a:p>
            <a:pPr lvl="0"/>
            <a:r>
              <a:rPr lang="en-US" dirty="0"/>
              <a:t>Click to add text                   Enter &amp; TAB to view next text style              SHIFT+TAB to view previous text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7C9EADE-506B-A4E6-ED55-A3564833E6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4399" y="4211999"/>
            <a:ext cx="2588400" cy="1780813"/>
          </a:xfrm>
        </p:spPr>
        <p:txBody>
          <a:bodyPr/>
          <a:lstStyle/>
          <a:p>
            <a:pPr lvl="0"/>
            <a:r>
              <a:rPr lang="en-US" dirty="0"/>
              <a:t>Click to add text                   Enter &amp; TAB to view next text style              SHIFT+TAB to view previous text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4469062-D008-CE4C-1CA5-EB4E87B2D90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56799" y="4211999"/>
            <a:ext cx="2588400" cy="1780813"/>
          </a:xfrm>
        </p:spPr>
        <p:txBody>
          <a:bodyPr/>
          <a:lstStyle/>
          <a:p>
            <a:pPr lvl="0"/>
            <a:r>
              <a:rPr lang="en-US" dirty="0"/>
              <a:t>Click to add text                   Enter &amp; TAB to view next text style              SHIFT+TAB to view previous text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07C6C78-AA9F-E189-5122-109D0D23B3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70174" y="4211999"/>
            <a:ext cx="2588400" cy="1780813"/>
          </a:xfrm>
        </p:spPr>
        <p:txBody>
          <a:bodyPr/>
          <a:lstStyle/>
          <a:p>
            <a:pPr lvl="0"/>
            <a:r>
              <a:rPr lang="en-US" dirty="0"/>
              <a:t>Click to add text                   Enter &amp; TAB to view next text style              SHIFT+TAB to view previous text style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3FBAB97-30FA-5D51-9E1F-C5A8FF6479E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32000" y="1296000"/>
            <a:ext cx="2587425" cy="25884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9AC831F9-9E31-D9F7-9B60-F83847A0D08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344399" y="1296000"/>
            <a:ext cx="2588400" cy="25884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20" name="Picture Placeholder 16">
            <a:extLst>
              <a:ext uri="{FF2B5EF4-FFF2-40B4-BE49-F238E27FC236}">
                <a16:creationId xmlns:a16="http://schemas.microsoft.com/office/drawing/2014/main" id="{D429DD04-EC95-7FC7-3C62-267E79BEB6E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56799" y="1296000"/>
            <a:ext cx="2588400" cy="25884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21" name="Picture Placeholder 16">
            <a:extLst>
              <a:ext uri="{FF2B5EF4-FFF2-40B4-BE49-F238E27FC236}">
                <a16:creationId xmlns:a16="http://schemas.microsoft.com/office/drawing/2014/main" id="{7DFC0363-CB96-D528-E468-26416AB6B48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9170174" y="1296000"/>
            <a:ext cx="2588400" cy="25884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0EDBE0F-04F9-2690-DFB4-0F6ACCF1B10C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5BCE9A6C-6F78-4866-80B7-33609228B9E4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100B170-AC5D-EAC3-2320-3B4DFD1B16D0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>
          <a:xfrm>
            <a:off x="2048400" y="6271200"/>
            <a:ext cx="80926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C6D2885-B2E8-0040-99BE-F80685F94A0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2E8106FF-3137-A6D8-75D8-87C143FB86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30186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3FBAB97-30FA-5D51-9E1F-C5A8FF6479E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227888" y="0"/>
            <a:ext cx="4964112" cy="68580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8" name="Logo Placeholder 9">
            <a:extLst>
              <a:ext uri="{FF2B5EF4-FFF2-40B4-BE49-F238E27FC236}">
                <a16:creationId xmlns:a16="http://schemas.microsoft.com/office/drawing/2014/main" id="{7B0F4F8D-332F-4E4F-3B7F-279005585A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84613" y="432000"/>
            <a:ext cx="774000" cy="299738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87286D-9093-3E54-2006-8C00430BE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275"/>
            <a:ext cx="5500488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2000" y="2159275"/>
            <a:ext cx="5500488" cy="383353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                                          Enter &amp; TAB to view next text style                                       SHIFT+TAB to view previous text style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CD723CC-C5EC-1B89-E2EB-8AB617A6BEEA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293AA36F-07E0-4F73-B4DA-843D602159D3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196B61E-4F55-158A-C4D7-E0F9A0FA89B6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2048401" y="6271200"/>
            <a:ext cx="3883025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FB29ED6-1D0A-E571-379F-406766840D9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47495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3FBAB97-30FA-5D51-9E1F-C5A8FF6479E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3990976" y="0"/>
            <a:ext cx="8201024" cy="68580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8" name="Logo Placeholder 9">
            <a:extLst>
              <a:ext uri="{FF2B5EF4-FFF2-40B4-BE49-F238E27FC236}">
                <a16:creationId xmlns:a16="http://schemas.microsoft.com/office/drawing/2014/main" id="{7B0F4F8D-332F-4E4F-3B7F-279005585A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84613" y="432000"/>
            <a:ext cx="774000" cy="299738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87286D-9093-3E54-2006-8C00430BE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2587425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2000" y="2159599"/>
            <a:ext cx="2587425" cy="38332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548094B-5847-F423-0863-6965AED232F3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07BC057B-20B4-4810-9779-357E9678FD35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E8E7F373-4EF5-1B08-D6D0-2BED222C6BFD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2048400" y="6271200"/>
            <a:ext cx="15838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3B31CAA-1E21-144C-14AA-55C00871F69D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68094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 C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3FBAB97-30FA-5D51-9E1F-C5A8FF6479E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3990976" y="0"/>
            <a:ext cx="8201024" cy="68580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8" name="Logo Placeholder 9">
            <a:extLst>
              <a:ext uri="{FF2B5EF4-FFF2-40B4-BE49-F238E27FC236}">
                <a16:creationId xmlns:a16="http://schemas.microsoft.com/office/drawing/2014/main" id="{7B0F4F8D-332F-4E4F-3B7F-279005585A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84613" y="432000"/>
            <a:ext cx="774000" cy="299738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87286D-9093-3E54-2006-8C00430BE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2587425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2000" y="2159599"/>
            <a:ext cx="2587425" cy="38332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039726C-2352-E5B0-37A7-FDA710E1F216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05C35312-379C-4C35-8882-6BE8E17BD747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7C0C69A-09B6-92AF-CEDB-A406E55050CB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2048400" y="6271200"/>
            <a:ext cx="15838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BAAEE34-85CE-DB94-DFA5-A1D8E59B4939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42491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 F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3FBAB97-30FA-5D51-9E1F-C5A8FF6479E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904038" y="0"/>
            <a:ext cx="5287961" cy="68580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8" name="Logo Placeholder 9">
            <a:extLst>
              <a:ext uri="{FF2B5EF4-FFF2-40B4-BE49-F238E27FC236}">
                <a16:creationId xmlns:a16="http://schemas.microsoft.com/office/drawing/2014/main" id="{7B0F4F8D-332F-4E4F-3B7F-279005585A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84613" y="432000"/>
            <a:ext cx="774000" cy="299738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87286D-9093-3E54-2006-8C00430BE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5500488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2000" y="2159599"/>
            <a:ext cx="2587425" cy="38332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7C9EADE-506B-A4E6-ED55-A3564833E6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4865" y="2159599"/>
            <a:ext cx="2587424" cy="38332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9A0F82-1F04-1433-780D-43245296694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26F559AB-4E19-49CB-922A-0AF5EE505EAC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197C4B-7D31-8BD7-17D6-39126FAAEFB7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2048400" y="6271200"/>
            <a:ext cx="3884088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502068-5840-6383-7A3E-9105714A89EA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403549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 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3FBAB97-30FA-5D51-9E1F-C5A8FF6479E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0" y="0"/>
            <a:ext cx="12192000" cy="36360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8" name="Logo Placeholder 9">
            <a:extLst>
              <a:ext uri="{FF2B5EF4-FFF2-40B4-BE49-F238E27FC236}">
                <a16:creationId xmlns:a16="http://schemas.microsoft.com/office/drawing/2014/main" id="{7B0F4F8D-332F-4E4F-3B7F-279005585A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84613" y="432000"/>
            <a:ext cx="774000" cy="299738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87286D-9093-3E54-2006-8C00430BE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143599"/>
            <a:ext cx="2587425" cy="1847927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4825" y="4143598"/>
            <a:ext cx="2589213" cy="184921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5CE144D-A48B-B651-6421-2E3839D10158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D2B8BB80-B438-4D7F-B43E-241BC67D20F1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9C3BBAE-C30C-E8E8-585D-15B666127ABE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F83F022-3943-A7D5-E55F-3A04F038999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0008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 H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3FBAB97-30FA-5D51-9E1F-C5A8FF6479E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0" y="0"/>
            <a:ext cx="12192000" cy="36360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8" name="Logo Placeholder 9">
            <a:extLst>
              <a:ext uri="{FF2B5EF4-FFF2-40B4-BE49-F238E27FC236}">
                <a16:creationId xmlns:a16="http://schemas.microsoft.com/office/drawing/2014/main" id="{7B0F4F8D-332F-4E4F-3B7F-279005585A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84613" y="432000"/>
            <a:ext cx="774000" cy="299738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87286D-9093-3E54-2006-8C00430BE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143599"/>
            <a:ext cx="2587425" cy="1847927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4825" y="4143598"/>
            <a:ext cx="2589213" cy="184921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4D53BCA-6A78-D761-D137-762E30CAF560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79FD7A8E-23DD-4730-951E-506AFAA97FF2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6078F26-F7AC-1049-FBAA-9B6D1212425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2681B75-6E63-9592-329F-10AFD1F2029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600714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bg>
      <p:bgPr>
        <a:solidFill>
          <a:srgbClr val="145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838759A4-5A07-B197-1979-E5734155B68E}"/>
              </a:ext>
            </a:extLst>
          </p:cNvPr>
          <p:cNvSpPr/>
          <p:nvPr userDrawn="1"/>
        </p:nvSpPr>
        <p:spPr>
          <a:xfrm flipH="1">
            <a:off x="3990974" y="-1"/>
            <a:ext cx="8201025" cy="6861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 dirty="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432000" y="863599"/>
            <a:ext cx="2587425" cy="512921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A94E8E04-B718-4B51-3AA6-9AEE559BC1D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88163" y="863599"/>
            <a:ext cx="4528937" cy="51292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                          Enter &amp; TAB to view next text style              SHIFT+TAB to view previous text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B59FF0-6701-A7F5-CAF0-E4EBE21C9800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7942A37-95FD-4159-ACCA-64050B292F47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EA9796-D719-9C2D-67E1-BC101C7A273B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314824" y="6271200"/>
            <a:ext cx="5502375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B54B431-8F25-9151-AC22-F3B4A2A37BA3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0434882F-14D2-116B-596C-3D34C7F539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797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ckground">
            <a:extLst>
              <a:ext uri="{FF2B5EF4-FFF2-40B4-BE49-F238E27FC236}">
                <a16:creationId xmlns:a16="http://schemas.microsoft.com/office/drawing/2014/main" id="{2658F38F-4524-C2A0-B5BC-3CE53225A1B9}"/>
              </a:ext>
            </a:extLst>
          </p:cNvPr>
          <p:cNvSpPr/>
          <p:nvPr userDrawn="1"/>
        </p:nvSpPr>
        <p:spPr>
          <a:xfrm>
            <a:off x="4314826" y="1295400"/>
            <a:ext cx="7443788" cy="46974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 dirty="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C40001-F849-6AF2-3296-CBD468E7D0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1296000"/>
            <a:ext cx="2587425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2000" y="2591999"/>
            <a:ext cx="2587425" cy="34008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Enter &amp; TAB to view next text style              SHIFT+TAB to view previous text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7C9EADE-506B-A4E6-ED55-A3564833E6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white">
          <a:xfrm>
            <a:off x="4856400" y="2016001"/>
            <a:ext cx="6256100" cy="3320888"/>
          </a:xfrm>
        </p:spPr>
        <p:txBody>
          <a:bodyPr/>
          <a:lstStyle>
            <a:lvl1pPr marL="0" indent="0">
              <a:buFontTx/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2800" dirty="0"/>
              <a:t>”</a:t>
            </a:r>
            <a:r>
              <a:rPr lang="en-US" dirty="0"/>
              <a:t>Click to add Quotation</a:t>
            </a:r>
            <a:r>
              <a:rPr lang="en-US" sz="2800" dirty="0"/>
              <a:t>”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4469062-D008-CE4C-1CA5-EB4E87B2D90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white">
          <a:xfrm>
            <a:off x="4856401" y="5338800"/>
            <a:ext cx="6256800" cy="219600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A8E7AA6F-BFFE-F82D-91CB-6094E875CD44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C4A3C097-F404-4330-9057-E563015B653A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5428E3F5-812B-765C-D40C-EE734C15C0A0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D44A73F-D508-6B1B-289D-071BDB4B5807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0F67A741-2B6F-4B01-BB70-250123AA73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7592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ckground">
            <a:extLst>
              <a:ext uri="{FF2B5EF4-FFF2-40B4-BE49-F238E27FC236}">
                <a16:creationId xmlns:a16="http://schemas.microsoft.com/office/drawing/2014/main" id="{2658F38F-4524-C2A0-B5BC-3CE53225A1B9}"/>
              </a:ext>
            </a:extLst>
          </p:cNvPr>
          <p:cNvSpPr/>
          <p:nvPr userDrawn="1"/>
        </p:nvSpPr>
        <p:spPr>
          <a:xfrm>
            <a:off x="4314826" y="1295400"/>
            <a:ext cx="7443788" cy="46974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 dirty="0" err="1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C40001-F849-6AF2-3296-CBD468E7D0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1296000"/>
            <a:ext cx="2587425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2000" y="2591999"/>
            <a:ext cx="2587425" cy="34008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Enter &amp; TAB to view next text style              SHIFT+TAB to view previous text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7C9EADE-506B-A4E6-ED55-A3564833E6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56400" y="2016001"/>
            <a:ext cx="6256100" cy="3320888"/>
          </a:xfrm>
        </p:spPr>
        <p:txBody>
          <a:bodyPr/>
          <a:lstStyle>
            <a:lvl1pPr marL="0" indent="0">
              <a:buFontTx/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sz="2800" dirty="0"/>
              <a:t>”</a:t>
            </a:r>
            <a:r>
              <a:rPr lang="en-US" dirty="0"/>
              <a:t>Click to add Quotation</a:t>
            </a:r>
            <a:r>
              <a:rPr lang="en-US" sz="2800" dirty="0"/>
              <a:t>”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4469062-D008-CE4C-1CA5-EB4E87B2D90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56401" y="5338800"/>
            <a:ext cx="6256800" cy="219600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F192E8A4-1DC1-7E19-7A7B-1BEC88233487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C32FFC3C-FBBE-4BC2-9B86-14593DA16D68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9496A31-36AB-1CBE-E2EB-FB3E970B4F2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7C5A54F-ABA3-24FC-32D0-9A8929CE35FB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BC205A02-C5FA-2D02-297B-B454914D0A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13490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ckground">
            <a:extLst>
              <a:ext uri="{FF2B5EF4-FFF2-40B4-BE49-F238E27FC236}">
                <a16:creationId xmlns:a16="http://schemas.microsoft.com/office/drawing/2014/main" id="{2658F38F-4524-C2A0-B5BC-3CE53225A1B9}"/>
              </a:ext>
            </a:extLst>
          </p:cNvPr>
          <p:cNvSpPr/>
          <p:nvPr userDrawn="1"/>
        </p:nvSpPr>
        <p:spPr>
          <a:xfrm>
            <a:off x="4314826" y="1295400"/>
            <a:ext cx="7443788" cy="4697413"/>
          </a:xfrm>
          <a:prstGeom prst="rect">
            <a:avLst/>
          </a:prstGeom>
          <a:solidFill>
            <a:srgbClr val="FFE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 dirty="0" err="1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C40001-F849-6AF2-3296-CBD468E7D0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1296000"/>
            <a:ext cx="2587425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2000" y="2591999"/>
            <a:ext cx="2587425" cy="34008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Enter &amp; TAB to view next text style              SHIFT+TAB to view previous text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7C9EADE-506B-A4E6-ED55-A3564833E6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56400" y="2016001"/>
            <a:ext cx="6256100" cy="3320888"/>
          </a:xfrm>
        </p:spPr>
        <p:txBody>
          <a:bodyPr/>
          <a:lstStyle>
            <a:lvl1pPr marL="0" indent="0">
              <a:buFontTx/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sz="2800" dirty="0"/>
              <a:t>”</a:t>
            </a:r>
            <a:r>
              <a:rPr lang="en-US" dirty="0"/>
              <a:t>Click to add Quotation</a:t>
            </a:r>
            <a:r>
              <a:rPr lang="en-US" sz="2800" dirty="0"/>
              <a:t>”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4469062-D008-CE4C-1CA5-EB4E87B2D90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56401" y="5338800"/>
            <a:ext cx="6256800" cy="219600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92D402C-E70D-F27F-FE34-428AAC7083B0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CD22E539-52ED-42EF-8C4E-77642FC3892A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3848934-B7CF-1F66-AC02-555B7CF7B8AA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923C8A0-CE7C-6457-D5BB-4B6C4B8D52BE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189B4036-DE21-F095-6304-E424DEE40A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82796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ckground">
            <a:extLst>
              <a:ext uri="{FF2B5EF4-FFF2-40B4-BE49-F238E27FC236}">
                <a16:creationId xmlns:a16="http://schemas.microsoft.com/office/drawing/2014/main" id="{2658F38F-4524-C2A0-B5BC-3CE53225A1B9}"/>
              </a:ext>
            </a:extLst>
          </p:cNvPr>
          <p:cNvSpPr/>
          <p:nvPr userDrawn="1"/>
        </p:nvSpPr>
        <p:spPr>
          <a:xfrm>
            <a:off x="4314826" y="1295400"/>
            <a:ext cx="7443788" cy="4697413"/>
          </a:xfrm>
          <a:prstGeom prst="rect">
            <a:avLst/>
          </a:prstGeom>
          <a:solidFill>
            <a:srgbClr val="AAE1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 dirty="0" err="1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C40001-F849-6AF2-3296-CBD468E7D0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1296000"/>
            <a:ext cx="2587425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2000" y="2592000"/>
            <a:ext cx="2587425" cy="297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Enter &amp; TAB to view next text style              SHIFT+TAB to view previous text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7C9EADE-506B-A4E6-ED55-A3564833E6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56400" y="2016001"/>
            <a:ext cx="6256100" cy="3320888"/>
          </a:xfrm>
        </p:spPr>
        <p:txBody>
          <a:bodyPr/>
          <a:lstStyle>
            <a:lvl1pPr marL="0" indent="0">
              <a:buFontTx/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sz="2800" dirty="0"/>
              <a:t>”</a:t>
            </a:r>
            <a:r>
              <a:rPr lang="en-US" dirty="0"/>
              <a:t>Click to add Quotation</a:t>
            </a:r>
            <a:r>
              <a:rPr lang="en-US" sz="2800" dirty="0"/>
              <a:t>”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4469062-D008-CE4C-1CA5-EB4E87B2D90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56401" y="5338800"/>
            <a:ext cx="6256800" cy="219600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B72C83F8-20AE-3E19-9A0D-7BC1312237D2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02DF390B-A7F8-4DD2-9596-2249D88844A1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E92BB4F-4B38-08A3-AF24-AED8916FC2C6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312F855-F51A-F62F-2C0E-BBA6E8306760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2CB7C465-163F-71D9-5229-E5543672A3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3803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ckground">
            <a:extLst>
              <a:ext uri="{FF2B5EF4-FFF2-40B4-BE49-F238E27FC236}">
                <a16:creationId xmlns:a16="http://schemas.microsoft.com/office/drawing/2014/main" id="{2658F38F-4524-C2A0-B5BC-3CE53225A1B9}"/>
              </a:ext>
            </a:extLst>
          </p:cNvPr>
          <p:cNvSpPr/>
          <p:nvPr userDrawn="1"/>
        </p:nvSpPr>
        <p:spPr>
          <a:xfrm>
            <a:off x="4314826" y="1295400"/>
            <a:ext cx="7443788" cy="4697413"/>
          </a:xfrm>
          <a:prstGeom prst="rect">
            <a:avLst/>
          </a:prstGeom>
          <a:solidFill>
            <a:srgbClr val="D2F5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 dirty="0" err="1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C40001-F849-6AF2-3296-CBD468E7D0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1296000"/>
            <a:ext cx="2587425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2000" y="2591999"/>
            <a:ext cx="2587425" cy="34008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Enter &amp; TAB to view next text style              SHIFT+TAB to view previous text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7C9EADE-506B-A4E6-ED55-A3564833E6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56400" y="2016001"/>
            <a:ext cx="6256100" cy="3320888"/>
          </a:xfrm>
        </p:spPr>
        <p:txBody>
          <a:bodyPr/>
          <a:lstStyle>
            <a:lvl1pPr marL="0" indent="0">
              <a:buFontTx/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sz="2800" dirty="0"/>
              <a:t>”</a:t>
            </a:r>
            <a:r>
              <a:rPr lang="en-US" dirty="0"/>
              <a:t>Click to add Quotation</a:t>
            </a:r>
            <a:r>
              <a:rPr lang="en-US" sz="2800" dirty="0"/>
              <a:t>”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4469062-D008-CE4C-1CA5-EB4E87B2D90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56401" y="5338800"/>
            <a:ext cx="6256800" cy="219600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8741B102-E610-127C-B041-7F81AE889B8C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9B2E2376-5A7A-40E6-88EA-759D6E2AAC15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05FD77D-59E5-67F7-D58C-B34E6ED7C70E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6746BEF-1234-B799-0E08-B0E57B3C4F40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113806DF-5A9E-9F08-C018-250920DD59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15595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24pt) and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9D909-49D5-40E7-8A46-904F421801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9710113" cy="431800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017694-2C08-CDA5-FB30-ED9472626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E2104-CEF1-40C1-BCF2-3A0E82B7C661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0222690-853A-A5B5-6680-A5FA3302B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8DB6DAB-7347-72B4-71DA-C337628E3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E0DB8D2A-3840-68DF-003B-B520FE62DF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88864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lide picture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6">
            <a:extLst>
              <a:ext uri="{FF2B5EF4-FFF2-40B4-BE49-F238E27FC236}">
                <a16:creationId xmlns:a16="http://schemas.microsoft.com/office/drawing/2014/main" id="{D11BA8F4-B1CE-D43E-C7A4-49D237FA4EE3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0" y="0"/>
            <a:ext cx="12192000" cy="6858000"/>
          </a:xfrm>
          <a:noFill/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F44D272B-052B-425E-B542-2DC70D8B59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82935558-B22E-4907-A0EB-8F14825EC54F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7" name="Footer Placeholder 6" hidden="1">
            <a:extLst>
              <a:ext uri="{FF2B5EF4-FFF2-40B4-BE49-F238E27FC236}">
                <a16:creationId xmlns:a16="http://schemas.microsoft.com/office/drawing/2014/main" id="{1779E54E-5372-4FD5-9BB9-A13E7931D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 hidden="1">
            <a:extLst>
              <a:ext uri="{FF2B5EF4-FFF2-40B4-BE49-F238E27FC236}">
                <a16:creationId xmlns:a16="http://schemas.microsoft.com/office/drawing/2014/main" id="{50DA71C2-845C-4AD9-A7C4-08E016602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Logo Placeholder 9">
            <a:extLst>
              <a:ext uri="{FF2B5EF4-FFF2-40B4-BE49-F238E27FC236}">
                <a16:creationId xmlns:a16="http://schemas.microsoft.com/office/drawing/2014/main" id="{CE22BD77-E2E9-E32A-DC7E-C1D59BCE1B0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984613" y="432000"/>
            <a:ext cx="774000" cy="299738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3944836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lide video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EE4868A2-D799-1A78-E721-B8741B168880}"/>
              </a:ext>
            </a:extLst>
          </p:cNvPr>
          <p:cNvSpPr>
            <a:spLocks noGrp="1"/>
          </p:cNvSpPr>
          <p:nvPr>
            <p:ph type="media" sz="quarter" idx="25" hasCustomPrompt="1"/>
          </p:nvPr>
        </p:nvSpPr>
        <p:spPr>
          <a:xfrm>
            <a:off x="0" y="0"/>
            <a:ext cx="12192000" cy="6858000"/>
          </a:xfrm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media</a:t>
            </a:r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F44D272B-052B-425E-B542-2DC70D8B59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48840A5A-F3BA-45A8-8C96-9C42C7162157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7" name="Footer Placeholder 6" hidden="1">
            <a:extLst>
              <a:ext uri="{FF2B5EF4-FFF2-40B4-BE49-F238E27FC236}">
                <a16:creationId xmlns:a16="http://schemas.microsoft.com/office/drawing/2014/main" id="{1779E54E-5372-4FD5-9BB9-A13E7931D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 hidden="1">
            <a:extLst>
              <a:ext uri="{FF2B5EF4-FFF2-40B4-BE49-F238E27FC236}">
                <a16:creationId xmlns:a16="http://schemas.microsoft.com/office/drawing/2014/main" id="{50DA71C2-845C-4AD9-A7C4-08E016602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Logo Placeholder 9">
            <a:extLst>
              <a:ext uri="{FF2B5EF4-FFF2-40B4-BE49-F238E27FC236}">
                <a16:creationId xmlns:a16="http://schemas.microsoft.com/office/drawing/2014/main" id="{CE22BD77-E2E9-E32A-DC7E-C1D59BCE1B0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984613" y="432000"/>
            <a:ext cx="774000" cy="299738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6168220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Logo">
            <a:extLst>
              <a:ext uri="{FF2B5EF4-FFF2-40B4-BE49-F238E27FC236}">
                <a16:creationId xmlns:a16="http://schemas.microsoft.com/office/drawing/2014/main" id="{6143D2DB-0BBC-FAD2-E870-1C4330C4CA4A}"/>
              </a:ext>
            </a:extLst>
          </p:cNvPr>
          <p:cNvGrpSpPr/>
          <p:nvPr userDrawn="1"/>
        </p:nvGrpSpPr>
        <p:grpSpPr bwMode="hidden">
          <a:xfrm>
            <a:off x="10984614" y="432000"/>
            <a:ext cx="773998" cy="299738"/>
            <a:chOff x="10984614" y="432000"/>
            <a:chExt cx="773998" cy="29973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C994A74-A713-2963-46C6-115E3CB3656D}"/>
                </a:ext>
              </a:extLst>
            </p:cNvPr>
            <p:cNvSpPr/>
            <p:nvPr userDrawn="1"/>
          </p:nvSpPr>
          <p:spPr bwMode="hidden">
            <a:xfrm>
              <a:off x="10993660" y="442431"/>
              <a:ext cx="756986" cy="277268"/>
            </a:xfrm>
            <a:prstGeom prst="rect">
              <a:avLst/>
            </a:prstGeom>
            <a:solidFill>
              <a:srgbClr val="1450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 dirty="0" err="1"/>
            </a:p>
          </p:txBody>
        </p:sp>
        <p:pic>
          <p:nvPicPr>
            <p:cNvPr id="8" name="Logo">
              <a:extLst>
                <a:ext uri="{FF2B5EF4-FFF2-40B4-BE49-F238E27FC236}">
                  <a16:creationId xmlns:a16="http://schemas.microsoft.com/office/drawing/2014/main" id="{292BFD0E-CBEB-8340-A2C6-4E50BDF81CB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 bwMode="hidden">
            <a:xfrm>
              <a:off x="10984614" y="432000"/>
              <a:ext cx="773998" cy="299738"/>
            </a:xfrm>
            <a:prstGeom prst="rect">
              <a:avLst/>
            </a:prstGeom>
          </p:spPr>
        </p:pic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6220F1F0-F158-E8CE-BF97-A847FD8A76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1295999"/>
            <a:ext cx="11325600" cy="4265013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4FEC3E-6E6B-4102-7F2D-D02DABBA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24A7A-1F63-4076-91F9-53FD512D8144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4C2AC78-251C-03D3-ADF1-289B507C0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D95647F-A8D8-291E-EC18-4F5FEE3AD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188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B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Logo">
            <a:extLst>
              <a:ext uri="{FF2B5EF4-FFF2-40B4-BE49-F238E27FC236}">
                <a16:creationId xmlns:a16="http://schemas.microsoft.com/office/drawing/2014/main" id="{6143D2DB-0BBC-FAD2-E870-1C4330C4CA4A}"/>
              </a:ext>
            </a:extLst>
          </p:cNvPr>
          <p:cNvGrpSpPr/>
          <p:nvPr userDrawn="1"/>
        </p:nvGrpSpPr>
        <p:grpSpPr bwMode="hidden">
          <a:xfrm>
            <a:off x="10984614" y="432000"/>
            <a:ext cx="773998" cy="299738"/>
            <a:chOff x="10984614" y="432000"/>
            <a:chExt cx="773998" cy="29973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C994A74-A713-2963-46C6-115E3CB3656D}"/>
                </a:ext>
              </a:extLst>
            </p:cNvPr>
            <p:cNvSpPr/>
            <p:nvPr userDrawn="1"/>
          </p:nvSpPr>
          <p:spPr bwMode="hidden">
            <a:xfrm>
              <a:off x="10993660" y="442431"/>
              <a:ext cx="756986" cy="277268"/>
            </a:xfrm>
            <a:prstGeom prst="rect">
              <a:avLst/>
            </a:prstGeom>
            <a:solidFill>
              <a:srgbClr val="1450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 dirty="0" err="1"/>
            </a:p>
          </p:txBody>
        </p:sp>
        <p:pic>
          <p:nvPicPr>
            <p:cNvPr id="8" name="Logo">
              <a:extLst>
                <a:ext uri="{FF2B5EF4-FFF2-40B4-BE49-F238E27FC236}">
                  <a16:creationId xmlns:a16="http://schemas.microsoft.com/office/drawing/2014/main" id="{292BFD0E-CBEB-8340-A2C6-4E50BDF81CB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 bwMode="hidden">
            <a:xfrm>
              <a:off x="10984614" y="432000"/>
              <a:ext cx="773998" cy="299738"/>
            </a:xfrm>
            <a:prstGeom prst="rect">
              <a:avLst/>
            </a:prstGeom>
          </p:spPr>
        </p:pic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6220F1F0-F158-E8CE-BF97-A847FD8A76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9861" y="876610"/>
            <a:ext cx="9385100" cy="14760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9861" y="3468610"/>
            <a:ext cx="3559421" cy="252420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  <a:p>
            <a:pPr lvl="1"/>
            <a:r>
              <a:rPr lang="en-US" dirty="0"/>
              <a:t>2</a:t>
            </a:r>
          </a:p>
          <a:p>
            <a:pPr lvl="2"/>
            <a:r>
              <a:rPr lang="en-US" dirty="0"/>
              <a:t>3</a:t>
            </a:r>
          </a:p>
          <a:p>
            <a:pPr lvl="3"/>
            <a:r>
              <a:rPr lang="en-US" dirty="0"/>
              <a:t>4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7C9EADE-506B-A4E6-ED55-A3564833E6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14824" y="3468610"/>
            <a:ext cx="3560763" cy="252420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  <a:p>
            <a:pPr lvl="1"/>
            <a:r>
              <a:rPr lang="en-US" dirty="0"/>
              <a:t>2</a:t>
            </a:r>
          </a:p>
          <a:p>
            <a:pPr lvl="2"/>
            <a:r>
              <a:rPr lang="en-US" dirty="0"/>
              <a:t>3</a:t>
            </a:r>
          </a:p>
          <a:p>
            <a:pPr lvl="3"/>
            <a:r>
              <a:rPr lang="en-US" dirty="0"/>
              <a:t>4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4469062-D008-CE4C-1CA5-EB4E87B2D90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99437" y="3468610"/>
            <a:ext cx="3559175" cy="252420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  <a:p>
            <a:pPr lvl="1"/>
            <a:r>
              <a:rPr lang="en-US" dirty="0"/>
              <a:t>2</a:t>
            </a:r>
          </a:p>
          <a:p>
            <a:pPr lvl="2"/>
            <a:r>
              <a:rPr lang="en-US" dirty="0"/>
              <a:t>3</a:t>
            </a:r>
          </a:p>
          <a:p>
            <a:pPr lvl="3"/>
            <a:r>
              <a:rPr lang="en-US" dirty="0"/>
              <a:t>4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6F72AC-0AEB-CD4E-C353-516E3FCCA9D0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9F085EEC-8B46-4882-BF92-91CE51B8DAD5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156277EE-36AD-DEB4-1972-00F04ED2AFAA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062844C-2CF7-7E8F-5231-1181389A33B4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5378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9385100" cy="17280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3455600"/>
            <a:ext cx="5180400" cy="2537213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             Enter &amp; TAB to view next text style                              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56800" y="3455600"/>
            <a:ext cx="3560400" cy="2537213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Enter &amp; TAB to view next text style   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931AF2F-9DAA-B62C-4FD4-F4C9743CD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BD06B-1DCC-4C16-88C1-4EC6626CBC3E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2745B97-C128-A763-F7C6-47AC50A6E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EE97C30-0CD9-55CE-45C7-0000B8B57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513F162A-57B9-D888-A5CF-041FD8CE39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48125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D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9385100" cy="17280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3455599"/>
            <a:ext cx="5180400" cy="2537213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             Enter &amp; TAB to view next text style                              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56800" y="3455599"/>
            <a:ext cx="3560400" cy="2537213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Enter &amp; TAB to view next text style   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931AF2F-9DAA-B62C-4FD4-F4C9743CD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0292E-454A-44B9-B98A-0C5DB9528EB1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2745B97-C128-A763-F7C6-47AC50A6E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EE97C30-0CD9-55CE-45C7-0000B8B57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3DB60543-B803-CAF9-C1DF-4D6D7E0185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41455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3EC2906D-C91C-4D55-616A-0E01E668DA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rgbClr val="D0D0D0"/>
          </a:solidFill>
        </p:spPr>
        <p:txBody>
          <a:bodyPr wrap="square" lIns="0" tIns="36000" anchor="t" anchorCtr="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on frame and insert dark picture, so white logo and text will be visible, using the Insert tab, Pictures</a:t>
            </a:r>
          </a:p>
        </p:txBody>
      </p:sp>
      <p:sp>
        <p:nvSpPr>
          <p:cNvPr id="10" name="Logo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0986237" y="432000"/>
            <a:ext cx="774000" cy="299738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432000" y="863600"/>
            <a:ext cx="6796800" cy="5129600"/>
          </a:xfrm>
        </p:spPr>
        <p:txBody>
          <a:bodyPr anchor="t" anchorCtr="0"/>
          <a:lstStyle>
            <a:lvl1pPr algn="l">
              <a:defRPr sz="4000" spc="-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2DBFADF-4444-E2FC-E3FF-E9B2ECB7AD8E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CA442F38-8BB2-416E-BDE1-AB8FAEA17FE4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05E8EE1C-6D15-587A-A622-BB0B18DC7210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B7DF0F1-8851-4B1B-E69E-B4481A1B8F1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2905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F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3EC2906D-C91C-4D55-616A-0E01E668DA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rgbClr val="D0D0D0"/>
          </a:solidFill>
        </p:spPr>
        <p:txBody>
          <a:bodyPr wrap="square" lIns="0" tIns="36000" anchor="t" anchorCtr="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on frame and insert dark picture, so white logo and text will be visible, using the Insert tab, Pictures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431999" y="863600"/>
            <a:ext cx="3558975" cy="5129600"/>
          </a:xfrm>
        </p:spPr>
        <p:txBody>
          <a:bodyPr anchor="t" anchorCtr="0"/>
          <a:lstStyle>
            <a:lvl1pPr algn="l">
              <a:defRPr sz="4800" spc="-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F3C9C3D8-A7D7-6E84-425A-13F9C951919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white">
          <a:xfrm>
            <a:off x="9169400" y="1295400"/>
            <a:ext cx="2590836" cy="4697413"/>
          </a:xfrm>
        </p:spPr>
        <p:txBody>
          <a:bodyPr anchor="b" anchorCtr="0"/>
          <a:lstStyle>
            <a:lvl1pPr marL="0" indent="0">
              <a:buFont typeface="Arial" panose="020B0604020202020204" pitchFamily="34" charset="0"/>
              <a:buChar char="​"/>
              <a:defRPr sz="11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10" name="Logo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0986237" y="432000"/>
            <a:ext cx="774000" cy="299738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0BF9C2E-764D-C8D3-307E-2C7C64065EAB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A7DE763E-B74F-488B-BD1C-A2D102E33016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D62BE8BE-C5DA-2CFD-3512-1EAB58C26B1F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270450-3A7E-0E81-5655-8CBB2BDC2390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10578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or 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2000" y="1295400"/>
            <a:ext cx="2587425" cy="1041400"/>
          </a:xfrm>
        </p:spPr>
        <p:txBody>
          <a:bodyPr anchor="t" anchorCtr="0"/>
          <a:lstStyle>
            <a:lvl1pPr algn="l">
              <a:defRPr sz="3200" spc="-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title, 2 lines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68C4A23D-C069-B4C3-BEC4-4F4A5F7B4AF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16167" y="1295400"/>
            <a:ext cx="6470896" cy="4265613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4000">
                <a:solidFill>
                  <a:schemeClr val="tx1"/>
                </a:solidFill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>
                <a:solidFill>
                  <a:schemeClr val="tx1"/>
                </a:solidFill>
              </a:defRPr>
            </a:lvl2pPr>
            <a:lvl3pPr marL="180000"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Click to add quotation or statement</a:t>
            </a:r>
          </a:p>
          <a:p>
            <a:pPr lvl="1"/>
            <a:r>
              <a:rPr lang="en-US" dirty="0"/>
              <a:t>2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342DD10D-531F-A279-8C9A-40536F406540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887CAD82-A73A-49CC-819B-F87524800611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692022E-305E-D013-0604-3AB955F20E4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AA08871-C354-99A2-1236-7586A680F629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8713A999-F824-6537-BE90-F8ED2A28F0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5026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917DAC8-9FE5-D6A1-5A38-BC46E4D3094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145340" y="0"/>
            <a:ext cx="9047860" cy="4012756"/>
          </a:xfrm>
          <a:custGeom>
            <a:avLst/>
            <a:gdLst>
              <a:gd name="connsiteX0" fmla="*/ 6295687 w 9047860"/>
              <a:gd name="connsiteY0" fmla="*/ 0 h 4012756"/>
              <a:gd name="connsiteX1" fmla="*/ 9047860 w 9047860"/>
              <a:gd name="connsiteY1" fmla="*/ 0 h 4012756"/>
              <a:gd name="connsiteX2" fmla="*/ 9047860 w 9047860"/>
              <a:gd name="connsiteY2" fmla="*/ 3541448 h 4012756"/>
              <a:gd name="connsiteX3" fmla="*/ 6295687 w 9047860"/>
              <a:gd name="connsiteY3" fmla="*/ 3541448 h 4012756"/>
              <a:gd name="connsiteX4" fmla="*/ 3145239 w 9047860"/>
              <a:gd name="connsiteY4" fmla="*/ 0 h 4012756"/>
              <a:gd name="connsiteX5" fmla="*/ 5897411 w 9047860"/>
              <a:gd name="connsiteY5" fmla="*/ 0 h 4012756"/>
              <a:gd name="connsiteX6" fmla="*/ 5897411 w 9047860"/>
              <a:gd name="connsiteY6" fmla="*/ 4012756 h 4012756"/>
              <a:gd name="connsiteX7" fmla="*/ 3145239 w 9047860"/>
              <a:gd name="connsiteY7" fmla="*/ 4012756 h 4012756"/>
              <a:gd name="connsiteX8" fmla="*/ 0 w 9047860"/>
              <a:gd name="connsiteY8" fmla="*/ 0 h 4012756"/>
              <a:gd name="connsiteX9" fmla="*/ 2752173 w 9047860"/>
              <a:gd name="connsiteY9" fmla="*/ 0 h 4012756"/>
              <a:gd name="connsiteX10" fmla="*/ 2752173 w 9047860"/>
              <a:gd name="connsiteY10" fmla="*/ 3070139 h 4012756"/>
              <a:gd name="connsiteX11" fmla="*/ 0 w 9047860"/>
              <a:gd name="connsiteY11" fmla="*/ 3070139 h 4012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047860" h="4012756">
                <a:moveTo>
                  <a:pt x="6295687" y="0"/>
                </a:moveTo>
                <a:lnTo>
                  <a:pt x="9047860" y="0"/>
                </a:lnTo>
                <a:lnTo>
                  <a:pt x="9047860" y="3541448"/>
                </a:lnTo>
                <a:lnTo>
                  <a:pt x="6295687" y="3541448"/>
                </a:lnTo>
                <a:close/>
                <a:moveTo>
                  <a:pt x="3145239" y="0"/>
                </a:moveTo>
                <a:lnTo>
                  <a:pt x="5897411" y="0"/>
                </a:lnTo>
                <a:lnTo>
                  <a:pt x="5897411" y="4012756"/>
                </a:lnTo>
                <a:lnTo>
                  <a:pt x="3145239" y="4012756"/>
                </a:lnTo>
                <a:close/>
                <a:moveTo>
                  <a:pt x="0" y="0"/>
                </a:moveTo>
                <a:lnTo>
                  <a:pt x="2752173" y="0"/>
                </a:lnTo>
                <a:lnTo>
                  <a:pt x="2752173" y="3070139"/>
                </a:lnTo>
                <a:lnTo>
                  <a:pt x="0" y="3070139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 lIns="0" tIns="576000"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pic>
        <p:nvPicPr>
          <p:cNvPr id="6" name="Logo">
            <a:extLst>
              <a:ext uri="{FF2B5EF4-FFF2-40B4-BE49-F238E27FC236}">
                <a16:creationId xmlns:a16="http://schemas.microsoft.com/office/drawing/2014/main" id="{FF434E18-D4E3-64FA-64DD-DCA37303D81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2000" y="432000"/>
            <a:ext cx="774000" cy="299738"/>
          </a:xfrm>
          <a:prstGeom prst="rect">
            <a:avLst/>
          </a:prstGeom>
        </p:spPr>
      </p:pic>
      <p:pic>
        <p:nvPicPr>
          <p:cNvPr id="4" name="Tagline">
            <a:extLst>
              <a:ext uri="{FF2B5EF4-FFF2-40B4-BE49-F238E27FC236}">
                <a16:creationId xmlns:a16="http://schemas.microsoft.com/office/drawing/2014/main" id="{03B2A279-85BA-9C4C-C3E5-A0609D1328F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92226" y="6032713"/>
            <a:ext cx="1268011" cy="432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2000" y="4089600"/>
            <a:ext cx="5500800" cy="1476000"/>
          </a:xfrm>
        </p:spPr>
        <p:txBody>
          <a:bodyPr anchor="ctr" anchorCtr="0"/>
          <a:lstStyle>
            <a:lvl1pPr algn="l">
              <a:defRPr sz="4800" spc="-1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A8438FD-4938-EABD-A952-419D76F3E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800" y="5992813"/>
            <a:ext cx="1617663" cy="4318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Add Name Surname add Title in next line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B1F3BE9-4E62-F931-13C3-AFFCD9861B9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73312" y="5992813"/>
            <a:ext cx="3559176" cy="4318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Add Phone add                                                                   E-mail in next line</a:t>
            </a:r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3297A132-C2EE-4CE3-8B75-B1FDFF50D46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 hidden="1">
            <a:extLst>
              <a:ext uri="{FF2B5EF4-FFF2-40B4-BE49-F238E27FC236}">
                <a16:creationId xmlns:a16="http://schemas.microsoft.com/office/drawing/2014/main" id="{E1304FA1-E0F5-4AD4-846A-37642FFE487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2" name="Date Placeholder 41" hidden="1">
            <a:extLst>
              <a:ext uri="{FF2B5EF4-FFF2-40B4-BE49-F238E27FC236}">
                <a16:creationId xmlns:a16="http://schemas.microsoft.com/office/drawing/2014/main" id="{2D6E44EC-D1ED-56D5-9AAA-C2A04539DEB0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C56D8F9B-62C4-4718-8177-E99FE077EA6B}" type="datetime3">
              <a:rPr lang="en-US" smtClean="0"/>
              <a:t>17 May 2023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421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3297A132-C2EE-4CE3-8B75-B1FDFF50D46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 hidden="1">
            <a:extLst>
              <a:ext uri="{FF2B5EF4-FFF2-40B4-BE49-F238E27FC236}">
                <a16:creationId xmlns:a16="http://schemas.microsoft.com/office/drawing/2014/main" id="{E1304FA1-E0F5-4AD4-846A-37642FFE487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2" name="Date Placeholder 41" hidden="1">
            <a:extLst>
              <a:ext uri="{FF2B5EF4-FFF2-40B4-BE49-F238E27FC236}">
                <a16:creationId xmlns:a16="http://schemas.microsoft.com/office/drawing/2014/main" id="{2D6E44EC-D1ED-56D5-9AAA-C2A04539DEB0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13946FFF-1566-4894-B74A-941F661FB9F4}" type="datetime3">
              <a:rPr lang="en-US" smtClean="0"/>
              <a:t>17 May 2023</a:t>
            </a:fld>
            <a:endParaRPr lang="en-US" dirty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71E1F038-8583-6F9E-29EB-F8C2D9432A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49462" y="1860603"/>
            <a:ext cx="8099979" cy="3136793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917DAC8-9FE5-D6A1-5A38-BC46E4D3094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rgbClr val="D0D0D0"/>
          </a:solidFill>
        </p:spPr>
        <p:txBody>
          <a:bodyPr wrap="square" lIns="0" tIns="72000" anchor="t" anchorCtr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on frame to change picture, using the Insert tab, Pictures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B1F3BE9-4E62-F931-13C3-AFFCD9861B9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049462" y="1860604"/>
            <a:ext cx="8099979" cy="3136793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noFill/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Add Phone add                                                                   E-mail in next line</a:t>
            </a:r>
          </a:p>
        </p:txBody>
      </p:sp>
    </p:spTree>
    <p:extLst>
      <p:ext uri="{BB962C8B-B14F-4D97-AF65-F5344CB8AC3E}">
        <p14:creationId xmlns:p14="http://schemas.microsoft.com/office/powerpoint/2010/main" val="49314913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PORT Two content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DF5836-A53C-4F9D-8208-19EFA158B2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1295997"/>
            <a:ext cx="3560400" cy="4696813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15107" y="1295999"/>
            <a:ext cx="3560400" cy="4696813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        Enter &amp; TAB to view next text style                    SHIFT+TAB to view previous text style</a:t>
            </a:r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198213" y="1295999"/>
            <a:ext cx="3560400" cy="4696813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       Enter &amp; TAB to view next text style                    SHIFT+TAB to view previous text style</a:t>
            </a:r>
            <a:endParaRPr lang="en-US" dirty="0"/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7B261A6A-0AB3-6B29-97E3-65E332BA557A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4E2B42F0-17CE-4291-A62D-6BBB35AE2D5A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3F1967D3-C969-0779-3EEB-C1EB8656857A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ED8B651F-99AA-8B13-4C4B-C3FA81717744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156BC16E-C4D8-1D47-02F8-7CBE22A468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3955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PORT Three content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DF5836-A53C-4F9D-8208-19EFA158B2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1295997"/>
            <a:ext cx="2588400" cy="4696813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344864" y="1295999"/>
            <a:ext cx="2588400" cy="4696813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Enter &amp; TAB to view next text style                    SHIFT+TAB to view previous text style</a:t>
            </a:r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57729" y="1295999"/>
            <a:ext cx="2588400" cy="4696813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Enter &amp; TAB to view next text style                    SHIFT+TAB to view previous text style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173555-621B-4368-85A5-D9E165C7634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170213" y="1295999"/>
            <a:ext cx="2588400" cy="4696813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Enter &amp; TAB to view next text style                    SHIFT+TAB to view previous text style</a:t>
            </a:r>
            <a:endParaRPr lang="en-US" dirty="0"/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7B261A6A-0AB3-6B29-97E3-65E332BA557A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D691B107-46C2-4D5E-A4D1-6D1490D257C2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3F1967D3-C969-0779-3EEB-C1EB8656857A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ED8B651F-99AA-8B13-4C4B-C3FA81717744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2315AAE8-06E5-1F02-90BC-4A6DDED49B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4791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PORT Five content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DF5836-A53C-4F9D-8208-19EFA158B2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1296000"/>
            <a:ext cx="3560400" cy="1915200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3643200"/>
            <a:ext cx="3560400" cy="1915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       Enter &amp; TAB to view next text style                    SHIFT+TAB to view previous text style</a:t>
            </a:r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15107" y="1296000"/>
            <a:ext cx="3560400" cy="1915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       Enter &amp; TAB to view next text style                    SHIFT+TAB to view previous text style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173555-621B-4368-85A5-D9E165C7634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15107" y="3643200"/>
            <a:ext cx="3560400" cy="1915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       Enter &amp; TAB to view next text style SHIFT+TAB to view previous text style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F68EC61-8561-4994-8A68-09675655FE3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98213" y="1296000"/>
            <a:ext cx="3560400" cy="1915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       Enter &amp; TAB to view next text style         SHIFT+TAB to view previous text style</a:t>
            </a:r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80BF4E0-B153-411A-B8D8-A592C7C565F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198213" y="3643200"/>
            <a:ext cx="3560400" cy="1915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        Enter &amp; TAB to view next text style SHIFT+TAB to view previous text style</a:t>
            </a:r>
            <a:endParaRPr lang="en-US" dirty="0"/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7B261A6A-0AB3-6B29-97E3-65E332BA557A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6784AB3C-C89B-4811-8519-DFA11D99F992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3F1967D3-C969-0779-3EEB-C1EB8656857A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ED8B651F-99AA-8B13-4C4B-C3FA81717744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3266DD73-667B-DCF4-67BB-A5CEB165A7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0292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PORT Seven content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DF5836-A53C-4F9D-8208-19EFA158B2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1296000"/>
            <a:ext cx="2588400" cy="1915200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3643200"/>
            <a:ext cx="2588400" cy="1915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Enter &amp; TAB to view next text style                    SHIFT+TAB to view previous text style</a:t>
            </a:r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344864" y="1296000"/>
            <a:ext cx="2588400" cy="1915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Enter &amp; TAB to view next text style                    SHIFT+TAB to view previous text style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173555-621B-4368-85A5-D9E165C7634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44864" y="3643200"/>
            <a:ext cx="2588400" cy="1915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Enter &amp; TAB to view next text style                    SHIFT+TAB to view previous text style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F68EC61-8561-4994-8A68-09675655FE3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57729" y="1296000"/>
            <a:ext cx="2587822" cy="1915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Enter &amp; TAB to view next text style                    SHIFT+TAB to view previous text style</a:t>
            </a:r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80BF4E0-B153-411A-B8D8-A592C7C565F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57729" y="3643200"/>
            <a:ext cx="2588400" cy="1915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Enter &amp; TAB to view next text style                    SHIFT+TAB to view previous text style</a:t>
            </a:r>
            <a:endParaRPr lang="en-US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F42111F8-D026-4080-A7D1-2BD64D26F371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170213" y="1296000"/>
            <a:ext cx="2588400" cy="1915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Enter &amp; TAB to view next text style                    SHIFT+TAB to view previous text style</a:t>
            </a:r>
            <a:endParaRPr lang="en-US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12BE8FA1-8429-3E59-4329-D75343EBDC8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170213" y="3643200"/>
            <a:ext cx="2588400" cy="1915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7B261A6A-0AB3-6B29-97E3-65E332BA557A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73FB1D18-B6A1-47AA-85AF-1BADCA51AB45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3F1967D3-C969-0779-3EEB-C1EB8656857A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ED8B651F-99AA-8B13-4C4B-C3FA81717744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6373103F-C053-E6AB-8624-1A57572688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6906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60C35B-2366-A98F-8540-58AC40291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EFE6B-11C5-4604-A6DA-8CBF5DB97254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F0EB71-A8EE-CF18-807D-A4655231F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F4170B-C4A3-744E-C4CE-948DDA766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D583CC55-F2B7-571E-5105-2FE9888EF4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94888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User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ast overskrift"/>
          <p:cNvSpPr txBox="1"/>
          <p:nvPr userDrawn="1"/>
        </p:nvSpPr>
        <p:spPr>
          <a:xfrm>
            <a:off x="431800" y="448713"/>
            <a:ext cx="11326813" cy="65017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en-US" sz="32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TIPS &amp; TRICKS - YOUR USER GUIDE</a:t>
            </a:r>
          </a:p>
        </p:txBody>
      </p:sp>
      <p:sp>
        <p:nvSpPr>
          <p:cNvPr id="13" name="Text Box 2">
            <a:extLst>
              <a:ext uri="{FF2B5EF4-FFF2-40B4-BE49-F238E27FC236}">
                <a16:creationId xmlns:a16="http://schemas.microsoft.com/office/drawing/2014/main" id="{0BB3B459-CDFE-44C8-879C-511BDE5A64B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3785" y="1306551"/>
            <a:ext cx="2488986" cy="46935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TEXT STYLES</a:t>
            </a:r>
            <a:endParaRPr lang="en-US" altLang="da-DK" sz="16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the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-key</a:t>
            </a:r>
            <a: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jump through levels. Click </a:t>
            </a:r>
            <a:r>
              <a:rPr lang="en-US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ENTER</a:t>
            </a:r>
            <a: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, then </a:t>
            </a:r>
            <a:r>
              <a:rPr lang="en-US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switch from one level to the next level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go back in levels use </a:t>
            </a:r>
            <a:r>
              <a:rPr lang="en-US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SHIFT-TAB</a:t>
            </a:r>
            <a:endParaRPr lang="en-US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Alternatively, </a:t>
            </a:r>
            <a:r>
              <a:rPr lang="en-US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Increase</a:t>
            </a:r>
            <a:r>
              <a:rPr lang="en-US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and </a:t>
            </a:r>
            <a:r>
              <a:rPr lang="en-US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Decrease </a:t>
            </a:r>
            <a:r>
              <a:rPr lang="en-US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list level can be used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US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US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bullet button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Delete bullet for regular text.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bullet button to apply the correct bullet again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sz="16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 &amp; LAYOUTS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menu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New Slide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 the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to insert a new slide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Change layout</a:t>
            </a:r>
            <a:endParaRPr lang="en-US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spcAft>
                <a:spcPts val="600"/>
              </a:spcAft>
              <a:buFont typeface="+mj-lt"/>
              <a:buNone/>
            </a:pPr>
            <a:r>
              <a:rPr lang="en-US" sz="900" noProof="1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  <a:t>Click on the arrow next to </a:t>
            </a:r>
            <a:r>
              <a:rPr lang="en-US" sz="900" b="1" noProof="1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  <a:t>Layout </a:t>
            </a:r>
            <a:r>
              <a:rPr lang="en-US" sz="900" noProof="1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  <a:t>to view </a:t>
            </a:r>
            <a:br>
              <a:rPr lang="en-US" sz="900" noProof="1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</a:br>
            <a:r>
              <a:rPr lang="en-US" sz="900" noProof="1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  <a:t>a dropdown menu of possible slide layouts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1600" b="0" cap="all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Colors</a:t>
            </a:r>
            <a:endParaRPr lang="en-US" sz="1600" cap="all" baseline="0" dirty="0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colors from top row and 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all Custom Colors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US" sz="900" noProof="1">
              <a:solidFill>
                <a:srgbClr val="000000"/>
              </a:solidFill>
              <a:latin typeface="+mn-lt"/>
              <a:ea typeface="Arial" panose="020B0604020202020204" pitchFamily="34" charset="0"/>
            </a:endParaRPr>
          </a:p>
        </p:txBody>
      </p:sp>
      <p:sp>
        <p:nvSpPr>
          <p:cNvPr id="14" name="Text Box 3">
            <a:extLst>
              <a:ext uri="{FF2B5EF4-FFF2-40B4-BE49-F238E27FC236}">
                <a16:creationId xmlns:a16="http://schemas.microsoft.com/office/drawing/2014/main" id="{66B3FBB4-61DE-493B-8F38-CB78E008D9B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331286" y="1306551"/>
            <a:ext cx="2578056" cy="4001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fontAlgn="auto">
              <a:spcBef>
                <a:spcPts val="1200"/>
              </a:spcBef>
              <a:spcAft>
                <a:spcPts val="600"/>
              </a:spcAft>
              <a:buFont typeface="+mj-lt"/>
              <a:buNone/>
              <a:defRPr/>
            </a:pPr>
            <a:r>
              <a:rPr lang="en-US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 slide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US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US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US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</a:t>
            </a:r>
            <a:r>
              <a:rPr lang="en-US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menu to reset position, size and formatting of the slide </a:t>
            </a:r>
            <a:br>
              <a:rPr lang="en-US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placeholders to their default settings</a:t>
            </a:r>
            <a:endParaRPr lang="en-US" altLang="da-DK" sz="900" baseline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endParaRPr lang="en-US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PICTURES</a:t>
            </a:r>
            <a:endParaRPr lang="en-US" sz="16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 slides with pictureplaceholder, click 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 the icon and choose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browse 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for picture</a:t>
            </a:r>
            <a:endParaRPr lang="en-US" altLang="da-DK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en-US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Crop picture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Crop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change size or 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focus of the picture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If you want to scale the picture, 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-key down while 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dragging the corners of the picture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US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If you delete the picture and insert a new one, the picture may lie in front of the text or graphic. If this happens, select the picture, right-click and choose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Send to Back</a:t>
            </a:r>
          </a:p>
        </p:txBody>
      </p:sp>
      <p:sp>
        <p:nvSpPr>
          <p:cNvPr id="15" name="Text Box 4">
            <a:extLst>
              <a:ext uri="{FF2B5EF4-FFF2-40B4-BE49-F238E27FC236}">
                <a16:creationId xmlns:a16="http://schemas.microsoft.com/office/drawing/2014/main" id="{17EA80A0-F605-4897-AE2A-18933CAB6DB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210588" y="1306551"/>
            <a:ext cx="2505733" cy="4832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08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HEADER &amp; FOOTER</a:t>
            </a:r>
            <a:endParaRPr lang="en-US" altLang="da-DK" sz="16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Do this at the very end to apply the changes on all slides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Header and Footer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 the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tab. Write the desired text in Footer field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Apply to All (apply text on all slides)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or click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Apply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(apply text on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 or several selected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slide(s)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US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sz="16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GUIDES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View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and set tick mark next 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US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Alt + F9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for quick view of guides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Mac: </a:t>
            </a:r>
            <a:r>
              <a:rPr lang="en-US" sz="900" b="0" i="0" dirty="0">
                <a:solidFill>
                  <a:srgbClr val="000000"/>
                </a:solidFill>
                <a:effectLst/>
                <a:latin typeface="+mn-lt"/>
              </a:rPr>
              <a:t>⌘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+ option + ctrl + G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US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16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COPY/PASTE CONTENT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When copying old content to your new presentation, 2 options are available: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Best practice: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Create a slide in your 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new presentation and copy </a:t>
            </a:r>
            <a:r>
              <a:rPr lang="en-US" altLang="da-DK" sz="900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US" altLang="da-DK" sz="900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piece of content at a time (e.g. copy all text from </a:t>
            </a:r>
            <a:r>
              <a:rPr lang="en-US" altLang="da-DK" sz="900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US" altLang="da-DK" sz="900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textbox)</a:t>
            </a:r>
            <a:endParaRPr lang="en-US" altLang="da-DK" sz="900" b="1" i="0" u="sng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Or copy an entire slide into your new presentation and then choose a fitting layout. Remember to delete the old, wrong layouts (go to View &gt; Slidemaster and delete them)</a:t>
            </a:r>
            <a:endParaRPr lang="en-US" altLang="da-DK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0501896-43DD-469D-A55E-AA24E78013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36761" y="3073933"/>
            <a:ext cx="257143" cy="28571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722642E-922E-4D3E-9481-C027E3A93CD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36761" y="4576990"/>
            <a:ext cx="475428" cy="17676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37E3D92-3923-49A5-9D66-A01D052984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3901" t="45142" r="62601" b="9046"/>
          <a:stretch/>
        </p:blipFill>
        <p:spPr>
          <a:xfrm>
            <a:off x="6559342" y="2719441"/>
            <a:ext cx="341204" cy="321707"/>
          </a:xfrm>
          <a:prstGeom prst="rect">
            <a:avLst/>
          </a:prstGeom>
        </p:spPr>
      </p:pic>
      <p:pic>
        <p:nvPicPr>
          <p:cNvPr id="24" name="Picture 16">
            <a:extLst>
              <a:ext uri="{FF2B5EF4-FFF2-40B4-BE49-F238E27FC236}">
                <a16:creationId xmlns:a16="http://schemas.microsoft.com/office/drawing/2014/main" id="{EE4BD888-DAA9-4A3B-ADD9-0ACB9540A63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836761" y="3893345"/>
            <a:ext cx="328881" cy="505501"/>
          </a:xfrm>
          <a:prstGeom prst="rect">
            <a:avLst/>
          </a:prstGeom>
        </p:spPr>
      </p:pic>
      <p:pic>
        <p:nvPicPr>
          <p:cNvPr id="26" name="Picture 20">
            <a:extLst>
              <a:ext uri="{FF2B5EF4-FFF2-40B4-BE49-F238E27FC236}">
                <a16:creationId xmlns:a16="http://schemas.microsoft.com/office/drawing/2014/main" id="{ADF46DFB-ABDB-43BA-AD93-FDEE2D7642D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6631756" y="1736321"/>
            <a:ext cx="538465" cy="172841"/>
          </a:xfrm>
          <a:prstGeom prst="rect">
            <a:avLst/>
          </a:prstGeom>
        </p:spPr>
      </p:pic>
      <p:pic>
        <p:nvPicPr>
          <p:cNvPr id="27" name="Picture 19">
            <a:extLst>
              <a:ext uri="{FF2B5EF4-FFF2-40B4-BE49-F238E27FC236}">
                <a16:creationId xmlns:a16="http://schemas.microsoft.com/office/drawing/2014/main" id="{CF6F40E1-EF2A-4675-A88E-429AD3ADD347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6635486" y="3592844"/>
            <a:ext cx="313788" cy="543900"/>
          </a:xfrm>
          <a:prstGeom prst="rect">
            <a:avLst/>
          </a:prstGeom>
        </p:spPr>
      </p:pic>
      <p:pic>
        <p:nvPicPr>
          <p:cNvPr id="18" name="Picture 12">
            <a:extLst>
              <a:ext uri="{FF2B5EF4-FFF2-40B4-BE49-F238E27FC236}">
                <a16:creationId xmlns:a16="http://schemas.microsoft.com/office/drawing/2014/main" id="{1EEB59ED-856C-4646-8080-8164D2973D0E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851712" y="1844297"/>
            <a:ext cx="378293" cy="543366"/>
          </a:xfrm>
          <a:prstGeom prst="rect">
            <a:avLst/>
          </a:prstGeom>
        </p:spPr>
      </p:pic>
      <p:sp>
        <p:nvSpPr>
          <p:cNvPr id="20" name="Date Placeholder 6" hidden="1">
            <a:extLst>
              <a:ext uri="{FF2B5EF4-FFF2-40B4-BE49-F238E27FC236}">
                <a16:creationId xmlns:a16="http://schemas.microsoft.com/office/drawing/2014/main" id="{C8F77785-DAC9-4046-8A82-0AC40734117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4255389D-CF36-4F44-B13C-FA0B1F4288A9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21" name="Footer Placeholder 8" hidden="1">
            <a:extLst>
              <a:ext uri="{FF2B5EF4-FFF2-40B4-BE49-F238E27FC236}">
                <a16:creationId xmlns:a16="http://schemas.microsoft.com/office/drawing/2014/main" id="{9675D1FD-FB10-4317-AAF4-BDCB2224F10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 dirty="0"/>
          </a:p>
        </p:txBody>
      </p:sp>
      <p:sp>
        <p:nvSpPr>
          <p:cNvPr id="23" name="Slide Number Placeholder 10" hidden="1">
            <a:extLst>
              <a:ext uri="{FF2B5EF4-FFF2-40B4-BE49-F238E27FC236}">
                <a16:creationId xmlns:a16="http://schemas.microsoft.com/office/drawing/2014/main" id="{BBF7E881-962B-4385-8C0A-994D3D7717F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18B3BD4-04BC-40A0-B801-FB79B0884023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836761" y="2312091"/>
            <a:ext cx="457143" cy="257143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3D24B430-598D-2E99-6E4B-D6C02EB952C8}"/>
              </a:ext>
            </a:extLst>
          </p:cNvPr>
          <p:cNvGrpSpPr/>
          <p:nvPr userDrawn="1"/>
        </p:nvGrpSpPr>
        <p:grpSpPr>
          <a:xfrm>
            <a:off x="2609062" y="4912403"/>
            <a:ext cx="908298" cy="1624601"/>
            <a:chOff x="2814462" y="4912403"/>
            <a:chExt cx="908298" cy="162460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28A0D89-F8AD-6CF5-B3FB-BE587B1CDB5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2831584" y="4912403"/>
              <a:ext cx="886146" cy="1624601"/>
            </a:xfrm>
            <a:prstGeom prst="rect">
              <a:avLst/>
            </a:prstGeom>
          </p:spPr>
        </p:pic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28A934DC-FA1A-DC70-83F7-27998B95736D}"/>
                </a:ext>
              </a:extLst>
            </p:cNvPr>
            <p:cNvGrpSpPr/>
            <p:nvPr userDrawn="1"/>
          </p:nvGrpSpPr>
          <p:grpSpPr>
            <a:xfrm>
              <a:off x="2814462" y="5039012"/>
              <a:ext cx="905404" cy="1472528"/>
              <a:chOff x="8577240" y="2433052"/>
              <a:chExt cx="1602907" cy="2606588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B8FE5EC-D0C6-3DCA-5326-C4ABCCCF67C0}"/>
                  </a:ext>
                </a:extLst>
              </p:cNvPr>
              <p:cNvSpPr/>
              <p:nvPr userDrawn="1"/>
            </p:nvSpPr>
            <p:spPr>
              <a:xfrm>
                <a:off x="8589162" y="2433052"/>
                <a:ext cx="1590985" cy="278066"/>
              </a:xfrm>
              <a:prstGeom prst="rect">
                <a:avLst/>
              </a:prstGeom>
              <a:noFill/>
              <a:ln w="25400">
                <a:solidFill>
                  <a:srgbClr val="1ED27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/>
                <a:endParaRPr lang="en-US" sz="1796" dirty="0" err="1"/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9CC41C02-4D1D-4E89-3D88-326D877CDE5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577240" y="2756927"/>
                <a:ext cx="1602906" cy="600872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C9EB37F5-BB01-3A7B-EB3C-1D4F99D0E28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8611332" y="2764381"/>
                <a:ext cx="1556893" cy="609130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AB902546-2079-28AB-65C1-930E8477C78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589160" y="4726799"/>
                <a:ext cx="1579065" cy="312841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CE48439-C4D1-F75F-D1B3-656A60CC236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8589160" y="4726799"/>
                <a:ext cx="1579065" cy="226684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432180E8-F3CC-DA64-6CE6-99C382C697CF}"/>
                </a:ext>
              </a:extLst>
            </p:cNvPr>
            <p:cNvSpPr/>
            <p:nvPr userDrawn="1"/>
          </p:nvSpPr>
          <p:spPr>
            <a:xfrm>
              <a:off x="2824091" y="5633428"/>
              <a:ext cx="898669" cy="604321"/>
            </a:xfrm>
            <a:prstGeom prst="rect">
              <a:avLst/>
            </a:prstGeom>
            <a:noFill/>
            <a:ln w="25400">
              <a:solidFill>
                <a:srgbClr val="1ED2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en-US" sz="1796" dirty="0" err="1"/>
            </a:p>
          </p:txBody>
        </p:sp>
      </p:grpSp>
    </p:spTree>
    <p:extLst>
      <p:ext uri="{BB962C8B-B14F-4D97-AF65-F5344CB8AC3E}">
        <p14:creationId xmlns:p14="http://schemas.microsoft.com/office/powerpoint/2010/main" val="88782177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&gt;Do not use layouts after this &gt;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124504-36FD-4753-851D-5B7D02D4A2D1}"/>
              </a:ext>
            </a:extLst>
          </p:cNvPr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6350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buClr>
                <a:srgbClr val="003755"/>
              </a:buClr>
            </a:pPr>
            <a:endParaRPr lang="en-US" sz="1400" dirty="0" err="1">
              <a:solidFill>
                <a:schemeClr val="tx1"/>
              </a:solidFill>
            </a:endParaRPr>
          </a:p>
        </p:txBody>
      </p:sp>
      <p:sp>
        <p:nvSpPr>
          <p:cNvPr id="5" name="Do not use"/>
          <p:cNvSpPr txBox="1"/>
          <p:nvPr userDrawn="1"/>
        </p:nvSpPr>
        <p:spPr>
          <a:xfrm>
            <a:off x="430213" y="656823"/>
            <a:ext cx="11356977" cy="28931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US" sz="4400" b="0" noProof="0" dirty="0">
                <a:solidFill>
                  <a:schemeClr val="bg1"/>
                </a:solidFill>
              </a:rPr>
              <a:t>If you see any </a:t>
            </a:r>
            <a:r>
              <a:rPr lang="en-US" sz="4400" b="0" i="0" noProof="0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layouts after this </a:t>
            </a:r>
            <a:r>
              <a:rPr lang="en-US" sz="4400" b="0" i="0" noProof="0" dirty="0">
                <a:solidFill>
                  <a:schemeClr val="bg1"/>
                </a:solidFill>
              </a:rPr>
              <a:t>one</a:t>
            </a:r>
            <a:r>
              <a:rPr lang="en-US" sz="4400" b="1" i="1" noProof="0" dirty="0">
                <a:solidFill>
                  <a:schemeClr val="bg1"/>
                </a:solidFill>
              </a:rPr>
              <a:t>,</a:t>
            </a:r>
            <a:br>
              <a:rPr lang="en-US" sz="4400" b="0" i="0" noProof="0" dirty="0">
                <a:solidFill>
                  <a:schemeClr val="bg1"/>
                </a:solidFill>
              </a:rPr>
            </a:br>
            <a:r>
              <a:rPr lang="en-US" sz="4400" b="0" noProof="0" dirty="0">
                <a:solidFill>
                  <a:schemeClr val="bg1"/>
                </a:solidFill>
              </a:rPr>
              <a:t>do not use them. These layouts </a:t>
            </a:r>
            <a:r>
              <a:rPr lang="en-US" sz="4400" b="0" i="0" u="none" noProof="0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are not </a:t>
            </a:r>
            <a:r>
              <a:rPr lang="en-US" sz="4400" b="0" noProof="0" dirty="0">
                <a:solidFill>
                  <a:schemeClr val="bg1"/>
                </a:solidFill>
              </a:rPr>
              <a:t>part of our corporate template.</a:t>
            </a:r>
            <a:br>
              <a:rPr lang="en-US" sz="2800" b="0" noProof="0" dirty="0">
                <a:solidFill>
                  <a:schemeClr val="bg1"/>
                </a:solidFill>
              </a:rPr>
            </a:br>
            <a:br>
              <a:rPr lang="en-US" sz="2800" b="0" noProof="0" dirty="0">
                <a:solidFill>
                  <a:schemeClr val="bg1"/>
                </a:solidFill>
              </a:rPr>
            </a:br>
            <a:endParaRPr lang="en-US" sz="2800" b="0" noProof="0" dirty="0">
              <a:solidFill>
                <a:schemeClr val="bg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BEB5E5A-DA85-4D5B-80B9-F94482F55D76}"/>
              </a:ext>
            </a:extLst>
          </p:cNvPr>
          <p:cNvGrpSpPr/>
          <p:nvPr userDrawn="1"/>
        </p:nvGrpSpPr>
        <p:grpSpPr bwMode="black">
          <a:xfrm rot="8100000">
            <a:off x="10404874" y="3325226"/>
            <a:ext cx="1036788" cy="1036788"/>
            <a:chOff x="6096000" y="4963130"/>
            <a:chExt cx="1456719" cy="1456719"/>
          </a:xfrm>
          <a:solidFill>
            <a:schemeClr val="bg1"/>
          </a:soli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823227E-A862-4A7F-BC20-0D107430AB2C}"/>
                </a:ext>
              </a:extLst>
            </p:cNvPr>
            <p:cNvSpPr/>
            <p:nvPr userDrawn="1"/>
          </p:nvSpPr>
          <p:spPr bwMode="black">
            <a:xfrm rot="5400000">
              <a:off x="5534135" y="5524995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US" sz="1400" dirty="0" err="1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8501AE6-6504-4184-9443-E89AFACF769D}"/>
                </a:ext>
              </a:extLst>
            </p:cNvPr>
            <p:cNvSpPr/>
            <p:nvPr userDrawn="1"/>
          </p:nvSpPr>
          <p:spPr bwMode="black">
            <a:xfrm rot="10800000">
              <a:off x="6096000" y="4963130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US" sz="1400" dirty="0" err="1">
                <a:solidFill>
                  <a:schemeClr val="tx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67CEE09B-6EE1-4BF2-85A3-DE69E91BC4C6}"/>
              </a:ext>
            </a:extLst>
          </p:cNvPr>
          <p:cNvSpPr/>
          <p:nvPr userDrawn="1"/>
        </p:nvSpPr>
        <p:spPr>
          <a:xfrm>
            <a:off x="430213" y="2588374"/>
            <a:ext cx="10152346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5000" b="1" i="0" noProof="0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Do not use </a:t>
            </a:r>
            <a:endParaRPr lang="en-US" sz="15000" b="1" i="0" dirty="0">
              <a:solidFill>
                <a:schemeClr val="bg1"/>
              </a:solidFill>
              <a:latin typeface="Inter SemiBold" panose="02000503000000020004" pitchFamily="2" charset="0"/>
              <a:ea typeface="Inter SemiBold" panose="02000503000000020004" pitchFamily="2" charset="0"/>
            </a:endParaRPr>
          </a:p>
        </p:txBody>
      </p:sp>
      <p:sp>
        <p:nvSpPr>
          <p:cNvPr id="16" name="Do not use">
            <a:extLst>
              <a:ext uri="{FF2B5EF4-FFF2-40B4-BE49-F238E27FC236}">
                <a16:creationId xmlns:a16="http://schemas.microsoft.com/office/drawing/2014/main" id="{A8FA78FA-4D94-4717-B7C6-6F86378D6B01}"/>
              </a:ext>
            </a:extLst>
          </p:cNvPr>
          <p:cNvSpPr txBox="1"/>
          <p:nvPr userDrawn="1"/>
        </p:nvSpPr>
        <p:spPr>
          <a:xfrm>
            <a:off x="430214" y="5186455"/>
            <a:ext cx="11356974" cy="9694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US" sz="2000" b="0" noProof="0" dirty="0">
                <a:solidFill>
                  <a:schemeClr val="bg1"/>
                </a:solidFill>
              </a:rPr>
              <a:t>Due to PowerPoint’s standard Copy/Paste functionality extra undesirable layouts can appear.</a:t>
            </a:r>
          </a:p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US" sz="2000" b="0" noProof="0" dirty="0">
                <a:solidFill>
                  <a:schemeClr val="bg1"/>
                </a:solidFill>
              </a:rPr>
              <a:t>Also notice: Layouts after this might contain potential confidential information.</a:t>
            </a:r>
            <a:br>
              <a:rPr lang="en-US" sz="1800" b="0" noProof="0" dirty="0">
                <a:solidFill>
                  <a:schemeClr val="bg1"/>
                </a:solidFill>
              </a:rPr>
            </a:br>
            <a:endParaRPr lang="en-US" sz="1800" b="0" noProof="0" dirty="0">
              <a:solidFill>
                <a:schemeClr val="bg1"/>
              </a:solidFill>
            </a:endParaRPr>
          </a:p>
        </p:txBody>
      </p:sp>
      <p:sp>
        <p:nvSpPr>
          <p:cNvPr id="13" name="Date Placeholder 6" hidden="1">
            <a:extLst>
              <a:ext uri="{FF2B5EF4-FFF2-40B4-BE49-F238E27FC236}">
                <a16:creationId xmlns:a16="http://schemas.microsoft.com/office/drawing/2014/main" id="{706505A8-87EA-4BA0-B698-35156BC765D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89CEE22D-3220-45C5-956C-5492E6624632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14" name="Footer Placeholder 8" hidden="1">
            <a:extLst>
              <a:ext uri="{FF2B5EF4-FFF2-40B4-BE49-F238E27FC236}">
                <a16:creationId xmlns:a16="http://schemas.microsoft.com/office/drawing/2014/main" id="{AB150C2C-2030-498B-8262-6BD5BCCBB34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10" hidden="1">
            <a:extLst>
              <a:ext uri="{FF2B5EF4-FFF2-40B4-BE49-F238E27FC236}">
                <a16:creationId xmlns:a16="http://schemas.microsoft.com/office/drawing/2014/main" id="{E81B246F-92C7-4EF8-ACD0-05F73C7095B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146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61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C9392247-CE23-49BB-A39E-64C7575BE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863600"/>
            <a:ext cx="3559175" cy="986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2159599"/>
            <a:ext cx="11326613" cy="38332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Level 1                                                                                                                                                                                                        Enter &amp; TAB to view next text style                                    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 noProof="0" dirty="0"/>
              <a:t>Level 2</a:t>
            </a:r>
          </a:p>
          <a:p>
            <a:pPr lvl="2"/>
            <a:r>
              <a:rPr lang="en-US" noProof="0" dirty="0"/>
              <a:t>Level 3</a:t>
            </a:r>
          </a:p>
          <a:p>
            <a:pPr lvl="3"/>
            <a:r>
              <a:rPr lang="en-US" noProof="0" dirty="0"/>
              <a:t>Level 4</a:t>
            </a:r>
          </a:p>
          <a:p>
            <a:pPr lvl="4"/>
            <a:r>
              <a:rPr lang="en-US" noProof="0" dirty="0"/>
              <a:t>Level 5, Header</a:t>
            </a:r>
          </a:p>
          <a:p>
            <a:pPr lvl="5"/>
            <a:r>
              <a:rPr lang="en-US" noProof="0" dirty="0"/>
              <a:t>Level 6, Body</a:t>
            </a:r>
          </a:p>
          <a:p>
            <a:pPr lvl="6"/>
            <a:r>
              <a:rPr lang="en-US" noProof="0" dirty="0"/>
              <a:t>Level 7, Report bullet</a:t>
            </a:r>
          </a:p>
          <a:p>
            <a:pPr lvl="7"/>
            <a:r>
              <a:rPr lang="en-US" noProof="0" dirty="0"/>
              <a:t>Level 8, Report Body</a:t>
            </a:r>
          </a:p>
          <a:p>
            <a:pPr lvl="8"/>
            <a:r>
              <a:rPr lang="en-US" noProof="0" dirty="0"/>
              <a:t>Level 9, Numbers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43F1B6-0743-4D14-8B95-B030120DE5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32000" y="6271200"/>
            <a:ext cx="96976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ct val="110000"/>
              </a:lnSpc>
              <a:defRPr sz="800" cap="all" baseline="0">
                <a:solidFill>
                  <a:schemeClr val="tx1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defRPr>
            </a:lvl1pPr>
          </a:lstStyle>
          <a:p>
            <a:fld id="{2884EAC1-8263-4023-A331-8499B85EDC79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460BDC-2796-43E8-A075-B3BFBC3B28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48400" y="6271200"/>
            <a:ext cx="77688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ct val="110000"/>
              </a:lnSpc>
              <a:spcAft>
                <a:spcPts val="300"/>
              </a:spcAft>
              <a:defRPr sz="800" cap="all" baseline="0">
                <a:solidFill>
                  <a:schemeClr val="tx1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42516E-ED5A-4F68-B285-E8D0CC42F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271200"/>
            <a:ext cx="648499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lnSpc>
                <a:spcPct val="110000"/>
              </a:lnSpc>
              <a:defRPr sz="800">
                <a:solidFill>
                  <a:schemeClr val="tx1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99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96" r:id="rId2"/>
    <p:sldLayoutId id="2147483797" r:id="rId3"/>
    <p:sldLayoutId id="2147483798" r:id="rId4"/>
    <p:sldLayoutId id="2147483799" r:id="rId5"/>
    <p:sldLayoutId id="2147483800" r:id="rId6"/>
    <p:sldLayoutId id="2147483737" r:id="rId7"/>
    <p:sldLayoutId id="2147483766" r:id="rId8"/>
    <p:sldLayoutId id="2147483806" r:id="rId9"/>
    <p:sldLayoutId id="2147483731" r:id="rId10"/>
    <p:sldLayoutId id="2147483801" r:id="rId11"/>
    <p:sldLayoutId id="2147483802" r:id="rId12"/>
    <p:sldLayoutId id="2147483803" r:id="rId13"/>
    <p:sldLayoutId id="2147483805" r:id="rId14"/>
    <p:sldLayoutId id="2147483804" r:id="rId15"/>
    <p:sldLayoutId id="2147483732" r:id="rId16"/>
    <p:sldLayoutId id="2147483807" r:id="rId17"/>
    <p:sldLayoutId id="2147483848" r:id="rId18"/>
    <p:sldLayoutId id="2147483849" r:id="rId19"/>
    <p:sldLayoutId id="2147483755" r:id="rId20"/>
    <p:sldLayoutId id="2147483808" r:id="rId21"/>
    <p:sldLayoutId id="2147483812" r:id="rId22"/>
    <p:sldLayoutId id="2147483813" r:id="rId23"/>
    <p:sldLayoutId id="2147483772" r:id="rId24"/>
    <p:sldLayoutId id="2147483809" r:id="rId25"/>
    <p:sldLayoutId id="2147483810" r:id="rId26"/>
    <p:sldLayoutId id="2147483811" r:id="rId27"/>
    <p:sldLayoutId id="2147483818" r:id="rId28"/>
    <p:sldLayoutId id="2147483826" r:id="rId29"/>
    <p:sldLayoutId id="2147483827" r:id="rId30"/>
    <p:sldLayoutId id="2147483817" r:id="rId31"/>
    <p:sldLayoutId id="2147483816" r:id="rId32"/>
    <p:sldLayoutId id="2147483845" r:id="rId33"/>
    <p:sldLayoutId id="2147483820" r:id="rId34"/>
    <p:sldLayoutId id="2147483821" r:id="rId35"/>
    <p:sldLayoutId id="2147483819" r:id="rId36"/>
    <p:sldLayoutId id="2147483824" r:id="rId37"/>
    <p:sldLayoutId id="2147483825" r:id="rId38"/>
    <p:sldLayoutId id="2147483828" r:id="rId39"/>
    <p:sldLayoutId id="2147483829" r:id="rId40"/>
    <p:sldLayoutId id="2147483830" r:id="rId41"/>
    <p:sldLayoutId id="2147483831" r:id="rId42"/>
    <p:sldLayoutId id="2147483832" r:id="rId43"/>
    <p:sldLayoutId id="2147483833" r:id="rId44"/>
    <p:sldLayoutId id="2147483743" r:id="rId45"/>
    <p:sldLayoutId id="2147483834" r:id="rId46"/>
    <p:sldLayoutId id="2147483835" r:id="rId47"/>
    <p:sldLayoutId id="2147483837" r:id="rId48"/>
    <p:sldLayoutId id="2147483836" r:id="rId49"/>
    <p:sldLayoutId id="2147483814" r:id="rId50"/>
    <p:sldLayoutId id="2147483815" r:id="rId51"/>
    <p:sldLayoutId id="2147483838" r:id="rId52"/>
    <p:sldLayoutId id="2147483839" r:id="rId53"/>
    <p:sldLayoutId id="2147483840" r:id="rId54"/>
    <p:sldLayoutId id="2147483841" r:id="rId55"/>
    <p:sldLayoutId id="2147483847" r:id="rId56"/>
    <p:sldLayoutId id="2147483844" r:id="rId57"/>
    <p:sldLayoutId id="2147483842" r:id="rId58"/>
    <p:sldLayoutId id="2147483843" r:id="rId59"/>
    <p:sldLayoutId id="2147483768" r:id="rId60"/>
    <p:sldLayoutId id="2147483744" r:id="rId61"/>
    <p:sldLayoutId id="2147483846" r:id="rId62"/>
    <p:sldLayoutId id="2147483751" r:id="rId63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spc="-6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110000"/>
        </a:lnSpc>
        <a:spcBef>
          <a:spcPts val="300"/>
        </a:spcBef>
        <a:spcAft>
          <a:spcPts val="300"/>
        </a:spcAft>
        <a:buClr>
          <a:srgbClr val="1450F5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80000" algn="l" defTabSz="914400" rtl="0" eaLnBrk="1" latinLnBrk="0" hangingPunct="1">
        <a:lnSpc>
          <a:spcPct val="110000"/>
        </a:lnSpc>
        <a:spcBef>
          <a:spcPts val="300"/>
        </a:spcBef>
        <a:spcAft>
          <a:spcPts val="300"/>
        </a:spcAft>
        <a:buClr>
          <a:srgbClr val="1450F5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80000" algn="l" defTabSz="914400" rtl="0" eaLnBrk="1" latinLnBrk="0" hangingPunct="1">
        <a:lnSpc>
          <a:spcPct val="110000"/>
        </a:lnSpc>
        <a:spcBef>
          <a:spcPts val="300"/>
        </a:spcBef>
        <a:spcAft>
          <a:spcPts val="300"/>
        </a:spcAft>
        <a:buClr>
          <a:srgbClr val="1450F5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20000" indent="-180000" algn="l" defTabSz="914400" rtl="0" eaLnBrk="1" latinLnBrk="0" hangingPunct="1">
        <a:lnSpc>
          <a:spcPct val="110000"/>
        </a:lnSpc>
        <a:spcBef>
          <a:spcPts val="300"/>
        </a:spcBef>
        <a:spcAft>
          <a:spcPts val="300"/>
        </a:spcAft>
        <a:buClr>
          <a:srgbClr val="1450F5"/>
        </a:buClr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​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​"/>
        <a:defRPr sz="1400" kern="1200" cap="none" baseline="0">
          <a:solidFill>
            <a:schemeClr val="tx1"/>
          </a:solidFill>
          <a:latin typeface="+mn-lt"/>
          <a:ea typeface="+mn-ea"/>
          <a:cs typeface="KONE Information" panose="020B0603040000020003" pitchFamily="34" charset="-79"/>
        </a:defRPr>
      </a:lvl6pPr>
      <a:lvl7pPr marL="180000" indent="-180000" algn="l" defTabSz="914400" rtl="0" eaLnBrk="1" latinLnBrk="0" hangingPunct="1">
        <a:lnSpc>
          <a:spcPct val="110000"/>
        </a:lnSpc>
        <a:spcBef>
          <a:spcPts val="300"/>
        </a:spcBef>
        <a:spcAft>
          <a:spcPts val="300"/>
        </a:spcAft>
        <a:buClr>
          <a:srgbClr val="1450F5"/>
        </a:buClr>
        <a:buFont typeface="Arial" panose="020B0604020202020204" pitchFamily="34" charset="0"/>
        <a:buChar char="•"/>
        <a:defRPr sz="1100" b="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​"/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​"/>
        <a:defRPr sz="1400" kern="1200" cap="all" spc="-60" baseline="0">
          <a:solidFill>
            <a:srgbClr val="1450F5"/>
          </a:solidFill>
          <a:latin typeface="KONE Information" panose="020B0603040000020003" pitchFamily="34" charset="-79"/>
          <a:ea typeface="+mn-ea"/>
          <a:cs typeface="KONE Information" panose="020B0603040000020003" pitchFamily="34" charset="-79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79" userDrawn="1">
          <p15:clr>
            <a:srgbClr val="A4A3A4"/>
          </p15:clr>
        </p15:guide>
        <p15:guide id="2" pos="883" userDrawn="1">
          <p15:clr>
            <a:srgbClr val="A4A3A4"/>
          </p15:clr>
        </p15:guide>
        <p15:guide id="3" orient="horz" pos="272" userDrawn="1">
          <p15:clr>
            <a:srgbClr val="A4A3A4"/>
          </p15:clr>
        </p15:guide>
        <p15:guide id="4" orient="horz" pos="4047" userDrawn="1">
          <p15:clr>
            <a:srgbClr val="A4A3A4"/>
          </p15:clr>
        </p15:guide>
        <p15:guide id="5" pos="272" userDrawn="1">
          <p15:clr>
            <a:srgbClr val="A4A3A4"/>
          </p15:clr>
        </p15:guide>
        <p15:guide id="6" pos="7407" userDrawn="1">
          <p15:clr>
            <a:srgbClr val="A4A3A4"/>
          </p15:clr>
        </p15:guide>
        <p15:guide id="7" pos="1291" userDrawn="1">
          <p15:clr>
            <a:srgbClr val="A4A3A4"/>
          </p15:clr>
        </p15:guide>
        <p15:guide id="8" pos="1495" userDrawn="1">
          <p15:clr>
            <a:srgbClr val="A4A3A4"/>
          </p15:clr>
        </p15:guide>
        <p15:guide id="9" pos="1902" userDrawn="1">
          <p15:clr>
            <a:srgbClr val="A4A3A4"/>
          </p15:clr>
        </p15:guide>
        <p15:guide id="10" pos="2107" userDrawn="1">
          <p15:clr>
            <a:srgbClr val="A4A3A4"/>
          </p15:clr>
        </p15:guide>
        <p15:guide id="11" pos="2514" userDrawn="1">
          <p15:clr>
            <a:srgbClr val="A4A3A4"/>
          </p15:clr>
        </p15:guide>
        <p15:guide id="12" pos="2718" userDrawn="1">
          <p15:clr>
            <a:srgbClr val="A4A3A4"/>
          </p15:clr>
        </p15:guide>
        <p15:guide id="13" pos="3126" userDrawn="1">
          <p15:clr>
            <a:srgbClr val="A4A3A4"/>
          </p15:clr>
        </p15:guide>
        <p15:guide id="14" pos="3330" userDrawn="1">
          <p15:clr>
            <a:srgbClr val="A4A3A4"/>
          </p15:clr>
        </p15:guide>
        <p15:guide id="15" pos="3737" userDrawn="1">
          <p15:clr>
            <a:srgbClr val="A4A3A4"/>
          </p15:clr>
        </p15:guide>
        <p15:guide id="16" pos="3941" userDrawn="1">
          <p15:clr>
            <a:srgbClr val="A4A3A4"/>
          </p15:clr>
        </p15:guide>
        <p15:guide id="17" pos="4349" userDrawn="1">
          <p15:clr>
            <a:srgbClr val="A4A3A4"/>
          </p15:clr>
        </p15:guide>
        <p15:guide id="18" pos="4553" userDrawn="1">
          <p15:clr>
            <a:srgbClr val="A4A3A4"/>
          </p15:clr>
        </p15:guide>
        <p15:guide id="19" pos="4961" userDrawn="1">
          <p15:clr>
            <a:srgbClr val="A4A3A4"/>
          </p15:clr>
        </p15:guide>
        <p15:guide id="20" pos="5165" userDrawn="1">
          <p15:clr>
            <a:srgbClr val="A4A3A4"/>
          </p15:clr>
        </p15:guide>
        <p15:guide id="21" pos="5572" userDrawn="1">
          <p15:clr>
            <a:srgbClr val="A4A3A4"/>
          </p15:clr>
        </p15:guide>
        <p15:guide id="22" pos="5776" userDrawn="1">
          <p15:clr>
            <a:srgbClr val="A4A3A4"/>
          </p15:clr>
        </p15:guide>
        <p15:guide id="23" pos="6184" userDrawn="1">
          <p15:clr>
            <a:srgbClr val="A4A3A4"/>
          </p15:clr>
        </p15:guide>
        <p15:guide id="24" pos="6388" userDrawn="1">
          <p15:clr>
            <a:srgbClr val="A4A3A4"/>
          </p15:clr>
        </p15:guide>
        <p15:guide id="25" pos="6795" userDrawn="1">
          <p15:clr>
            <a:srgbClr val="A4A3A4"/>
          </p15:clr>
        </p15:guide>
        <p15:guide id="26" pos="7000" userDrawn="1">
          <p15:clr>
            <a:srgbClr val="A4A3A4"/>
          </p15:clr>
        </p15:guide>
        <p15:guide id="27" orient="horz" pos="544" userDrawn="1">
          <p15:clr>
            <a:srgbClr val="A4A3A4"/>
          </p15:clr>
        </p15:guide>
        <p15:guide id="28" orient="horz" pos="816" userDrawn="1">
          <p15:clr>
            <a:srgbClr val="A4A3A4"/>
          </p15:clr>
        </p15:guide>
        <p15:guide id="29" orient="horz" pos="1088" userDrawn="1">
          <p15:clr>
            <a:srgbClr val="A4A3A4"/>
          </p15:clr>
        </p15:guide>
        <p15:guide id="30" orient="horz" pos="3775" userDrawn="1">
          <p15:clr>
            <a:srgbClr val="A4A3A4"/>
          </p15:clr>
        </p15:guide>
        <p15:guide id="31" orient="horz" pos="3503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global.brand@kone.com" TargetMode="External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34.xml"/><Relationship Id="rId5" Type="http://schemas.openxmlformats.org/officeDocument/2006/relationships/hyperlink" Target="https://materialbank.kone.com/content/kone-material-bank/search_page/details/video.html/content/dam/marketing/public/KONE_SHOWROOM_4K_Welcome" TargetMode="External"/><Relationship Id="rId4" Type="http://schemas.openxmlformats.org/officeDocument/2006/relationships/hyperlink" Target="https://brandbook.kone.com/hub/12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5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5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45.xml"/><Relationship Id="rId5" Type="http://schemas.openxmlformats.org/officeDocument/2006/relationships/image" Target="../media/image35.jpeg"/><Relationship Id="rId4" Type="http://schemas.openxmlformats.org/officeDocument/2006/relationships/image" Target="../media/image34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34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13" Type="http://schemas.openxmlformats.org/officeDocument/2006/relationships/image" Target="../media/image47.png"/><Relationship Id="rId18" Type="http://schemas.openxmlformats.org/officeDocument/2006/relationships/image" Target="../media/image52.svg"/><Relationship Id="rId3" Type="http://schemas.openxmlformats.org/officeDocument/2006/relationships/image" Target="../media/image39.png"/><Relationship Id="rId7" Type="http://schemas.openxmlformats.org/officeDocument/2006/relationships/image" Target="../media/image41.png"/><Relationship Id="rId12" Type="http://schemas.openxmlformats.org/officeDocument/2006/relationships/image" Target="../media/image46.svg"/><Relationship Id="rId17" Type="http://schemas.openxmlformats.org/officeDocument/2006/relationships/image" Target="../media/image51.png"/><Relationship Id="rId2" Type="http://schemas.openxmlformats.org/officeDocument/2006/relationships/hyperlink" Target="https://brandbook.kone.com/auth/?referer=%2F" TargetMode="External"/><Relationship Id="rId16" Type="http://schemas.openxmlformats.org/officeDocument/2006/relationships/image" Target="../media/image50.svg"/><Relationship Id="rId20" Type="http://schemas.openxmlformats.org/officeDocument/2006/relationships/image" Target="../media/image54.svg"/><Relationship Id="rId1" Type="http://schemas.openxmlformats.org/officeDocument/2006/relationships/slideLayout" Target="../slideLayouts/slideLayout45.xml"/><Relationship Id="rId6" Type="http://schemas.openxmlformats.org/officeDocument/2006/relationships/image" Target="../media/image27.svg"/><Relationship Id="rId11" Type="http://schemas.openxmlformats.org/officeDocument/2006/relationships/image" Target="../media/image45.png"/><Relationship Id="rId5" Type="http://schemas.openxmlformats.org/officeDocument/2006/relationships/image" Target="../media/image26.png"/><Relationship Id="rId15" Type="http://schemas.openxmlformats.org/officeDocument/2006/relationships/image" Target="../media/image49.png"/><Relationship Id="rId10" Type="http://schemas.openxmlformats.org/officeDocument/2006/relationships/image" Target="../media/image44.svg"/><Relationship Id="rId19" Type="http://schemas.openxmlformats.org/officeDocument/2006/relationships/image" Target="../media/image53.png"/><Relationship Id="rId4" Type="http://schemas.openxmlformats.org/officeDocument/2006/relationships/image" Target="../media/image40.svg"/><Relationship Id="rId9" Type="http://schemas.openxmlformats.org/officeDocument/2006/relationships/image" Target="../media/image43.png"/><Relationship Id="rId14" Type="http://schemas.openxmlformats.org/officeDocument/2006/relationships/image" Target="../media/image48.svg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6.svg"/><Relationship Id="rId18" Type="http://schemas.openxmlformats.org/officeDocument/2006/relationships/image" Target="../media/image71.png"/><Relationship Id="rId26" Type="http://schemas.openxmlformats.org/officeDocument/2006/relationships/image" Target="../media/image28.png"/><Relationship Id="rId39" Type="http://schemas.openxmlformats.org/officeDocument/2006/relationships/image" Target="../media/image90.svg"/><Relationship Id="rId21" Type="http://schemas.openxmlformats.org/officeDocument/2006/relationships/image" Target="../media/image74.svg"/><Relationship Id="rId34" Type="http://schemas.openxmlformats.org/officeDocument/2006/relationships/image" Target="../media/image85.png"/><Relationship Id="rId42" Type="http://schemas.openxmlformats.org/officeDocument/2006/relationships/image" Target="../media/image93.png"/><Relationship Id="rId47" Type="http://schemas.openxmlformats.org/officeDocument/2006/relationships/image" Target="../media/image98.svg"/><Relationship Id="rId50" Type="http://schemas.openxmlformats.org/officeDocument/2006/relationships/image" Target="../media/image101.png"/><Relationship Id="rId55" Type="http://schemas.openxmlformats.org/officeDocument/2006/relationships/image" Target="../media/image106.svg"/><Relationship Id="rId7" Type="http://schemas.openxmlformats.org/officeDocument/2006/relationships/image" Target="../media/image60.svg"/><Relationship Id="rId2" Type="http://schemas.openxmlformats.org/officeDocument/2006/relationships/image" Target="../media/image55.png"/><Relationship Id="rId16" Type="http://schemas.openxmlformats.org/officeDocument/2006/relationships/image" Target="../media/image69.png"/><Relationship Id="rId20" Type="http://schemas.openxmlformats.org/officeDocument/2006/relationships/image" Target="../media/image73.png"/><Relationship Id="rId29" Type="http://schemas.openxmlformats.org/officeDocument/2006/relationships/image" Target="../media/image80.svg"/><Relationship Id="rId41" Type="http://schemas.openxmlformats.org/officeDocument/2006/relationships/image" Target="../media/image92.svg"/><Relationship Id="rId54" Type="http://schemas.openxmlformats.org/officeDocument/2006/relationships/image" Target="../media/image105.png"/><Relationship Id="rId1" Type="http://schemas.openxmlformats.org/officeDocument/2006/relationships/slideLayout" Target="../slideLayouts/slideLayout45.xml"/><Relationship Id="rId6" Type="http://schemas.openxmlformats.org/officeDocument/2006/relationships/image" Target="../media/image59.png"/><Relationship Id="rId11" Type="http://schemas.openxmlformats.org/officeDocument/2006/relationships/image" Target="../media/image64.svg"/><Relationship Id="rId24" Type="http://schemas.openxmlformats.org/officeDocument/2006/relationships/image" Target="../media/image77.png"/><Relationship Id="rId32" Type="http://schemas.openxmlformats.org/officeDocument/2006/relationships/image" Target="../media/image83.png"/><Relationship Id="rId37" Type="http://schemas.openxmlformats.org/officeDocument/2006/relationships/image" Target="../media/image88.svg"/><Relationship Id="rId40" Type="http://schemas.openxmlformats.org/officeDocument/2006/relationships/image" Target="../media/image91.png"/><Relationship Id="rId45" Type="http://schemas.openxmlformats.org/officeDocument/2006/relationships/image" Target="../media/image96.svg"/><Relationship Id="rId53" Type="http://schemas.openxmlformats.org/officeDocument/2006/relationships/image" Target="../media/image104.svg"/><Relationship Id="rId58" Type="http://schemas.openxmlformats.org/officeDocument/2006/relationships/image" Target="../media/image109.png"/><Relationship Id="rId5" Type="http://schemas.openxmlformats.org/officeDocument/2006/relationships/image" Target="../media/image58.svg"/><Relationship Id="rId15" Type="http://schemas.openxmlformats.org/officeDocument/2006/relationships/image" Target="../media/image68.svg"/><Relationship Id="rId23" Type="http://schemas.openxmlformats.org/officeDocument/2006/relationships/image" Target="../media/image76.svg"/><Relationship Id="rId28" Type="http://schemas.openxmlformats.org/officeDocument/2006/relationships/image" Target="../media/image79.png"/><Relationship Id="rId36" Type="http://schemas.openxmlformats.org/officeDocument/2006/relationships/image" Target="../media/image87.png"/><Relationship Id="rId49" Type="http://schemas.openxmlformats.org/officeDocument/2006/relationships/image" Target="../media/image100.svg"/><Relationship Id="rId57" Type="http://schemas.openxmlformats.org/officeDocument/2006/relationships/image" Target="../media/image108.svg"/><Relationship Id="rId61" Type="http://schemas.openxmlformats.org/officeDocument/2006/relationships/image" Target="../media/image112.svg"/><Relationship Id="rId10" Type="http://schemas.openxmlformats.org/officeDocument/2006/relationships/image" Target="../media/image63.png"/><Relationship Id="rId19" Type="http://schemas.openxmlformats.org/officeDocument/2006/relationships/image" Target="../media/image72.svg"/><Relationship Id="rId31" Type="http://schemas.openxmlformats.org/officeDocument/2006/relationships/image" Target="../media/image82.svg"/><Relationship Id="rId44" Type="http://schemas.openxmlformats.org/officeDocument/2006/relationships/image" Target="../media/image95.png"/><Relationship Id="rId52" Type="http://schemas.openxmlformats.org/officeDocument/2006/relationships/image" Target="../media/image103.png"/><Relationship Id="rId60" Type="http://schemas.openxmlformats.org/officeDocument/2006/relationships/image" Target="../media/image111.png"/><Relationship Id="rId4" Type="http://schemas.openxmlformats.org/officeDocument/2006/relationships/image" Target="../media/image57.png"/><Relationship Id="rId9" Type="http://schemas.openxmlformats.org/officeDocument/2006/relationships/image" Target="../media/image62.svg"/><Relationship Id="rId14" Type="http://schemas.openxmlformats.org/officeDocument/2006/relationships/image" Target="../media/image67.png"/><Relationship Id="rId22" Type="http://schemas.openxmlformats.org/officeDocument/2006/relationships/image" Target="../media/image75.png"/><Relationship Id="rId27" Type="http://schemas.openxmlformats.org/officeDocument/2006/relationships/image" Target="../media/image29.svg"/><Relationship Id="rId30" Type="http://schemas.openxmlformats.org/officeDocument/2006/relationships/image" Target="../media/image81.png"/><Relationship Id="rId35" Type="http://schemas.openxmlformats.org/officeDocument/2006/relationships/image" Target="../media/image86.svg"/><Relationship Id="rId43" Type="http://schemas.openxmlformats.org/officeDocument/2006/relationships/image" Target="../media/image94.svg"/><Relationship Id="rId48" Type="http://schemas.openxmlformats.org/officeDocument/2006/relationships/image" Target="../media/image99.png"/><Relationship Id="rId56" Type="http://schemas.openxmlformats.org/officeDocument/2006/relationships/image" Target="../media/image107.png"/><Relationship Id="rId8" Type="http://schemas.openxmlformats.org/officeDocument/2006/relationships/image" Target="../media/image61.png"/><Relationship Id="rId51" Type="http://schemas.openxmlformats.org/officeDocument/2006/relationships/image" Target="../media/image102.svg"/><Relationship Id="rId3" Type="http://schemas.openxmlformats.org/officeDocument/2006/relationships/image" Target="../media/image56.svg"/><Relationship Id="rId12" Type="http://schemas.openxmlformats.org/officeDocument/2006/relationships/image" Target="../media/image65.png"/><Relationship Id="rId17" Type="http://schemas.openxmlformats.org/officeDocument/2006/relationships/image" Target="../media/image70.svg"/><Relationship Id="rId25" Type="http://schemas.openxmlformats.org/officeDocument/2006/relationships/image" Target="../media/image78.svg"/><Relationship Id="rId33" Type="http://schemas.openxmlformats.org/officeDocument/2006/relationships/image" Target="../media/image84.svg"/><Relationship Id="rId38" Type="http://schemas.openxmlformats.org/officeDocument/2006/relationships/image" Target="../media/image89.png"/><Relationship Id="rId46" Type="http://schemas.openxmlformats.org/officeDocument/2006/relationships/image" Target="../media/image97.png"/><Relationship Id="rId59" Type="http://schemas.openxmlformats.org/officeDocument/2006/relationships/image" Target="../media/image110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svg"/><Relationship Id="rId3" Type="http://schemas.openxmlformats.org/officeDocument/2006/relationships/image" Target="../media/image113.png"/><Relationship Id="rId7" Type="http://schemas.openxmlformats.org/officeDocument/2006/relationships/image" Target="../media/image117.png"/><Relationship Id="rId2" Type="http://schemas.openxmlformats.org/officeDocument/2006/relationships/hyperlink" Target="https://brandbook.kone.com/auth/?referer=%2F" TargetMode="External"/><Relationship Id="rId1" Type="http://schemas.openxmlformats.org/officeDocument/2006/relationships/slideLayout" Target="../slideLayouts/slideLayout45.xml"/><Relationship Id="rId6" Type="http://schemas.openxmlformats.org/officeDocument/2006/relationships/image" Target="../media/image116.svg"/><Relationship Id="rId5" Type="http://schemas.openxmlformats.org/officeDocument/2006/relationships/image" Target="../media/image115.png"/><Relationship Id="rId4" Type="http://schemas.openxmlformats.org/officeDocument/2006/relationships/image" Target="../media/image114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45.xml"/><Relationship Id="rId4" Type="http://schemas.openxmlformats.org/officeDocument/2006/relationships/image" Target="../media/image46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3" Type="http://schemas.openxmlformats.org/officeDocument/2006/relationships/image" Target="../media/image121.png"/><Relationship Id="rId7" Type="http://schemas.openxmlformats.org/officeDocument/2006/relationships/image" Target="../media/image122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0.xml"/><Relationship Id="rId6" Type="http://schemas.openxmlformats.org/officeDocument/2006/relationships/chart" Target="../charts/chart3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Relationship Id="rId9" Type="http://schemas.openxmlformats.org/officeDocument/2006/relationships/chart" Target="../charts/char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11" descr="Diagram&#10;&#10;Description automatically generated">
            <a:extLst>
              <a:ext uri="{FF2B5EF4-FFF2-40B4-BE49-F238E27FC236}">
                <a16:creationId xmlns:a16="http://schemas.microsoft.com/office/drawing/2014/main" id="{8BCAB645-6DB8-5176-0D58-1734504CDA2A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68" t="23479" r="27822" b="24275"/>
          <a:stretch/>
        </p:blipFill>
        <p:spPr>
          <a:xfrm>
            <a:off x="6252753" y="1428206"/>
            <a:ext cx="3814355" cy="4284617"/>
          </a:xfr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DDAA2BC-49F0-B19F-B495-800E1775485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9A667FDA-4712-1AD2-42EA-CD1718C1D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863600"/>
            <a:ext cx="5824338" cy="986400"/>
          </a:xfrm>
        </p:spPr>
        <p:txBody>
          <a:bodyPr/>
          <a:lstStyle/>
          <a:p>
            <a:r>
              <a:rPr lang="en-US" dirty="0"/>
              <a:t>G</a:t>
            </a:r>
            <a:r>
              <a:rPr lang="en-US" sz="3200" dirty="0"/>
              <a:t>uiding principles to using </a:t>
            </a:r>
            <a:br>
              <a:rPr lang="en-US" sz="3200" dirty="0"/>
            </a:br>
            <a:r>
              <a:rPr lang="en-US" sz="3200" dirty="0"/>
              <a:t>the KONE template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0F8B8B-FEA1-14E6-E980-BCC0D287054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2000" y="2159599"/>
            <a:ext cx="6221349" cy="3833213"/>
          </a:xfrm>
        </p:spPr>
        <p:txBody>
          <a:bodyPr/>
          <a:lstStyle/>
          <a:p>
            <a:pPr>
              <a:buClr>
                <a:srgbClr val="1450F5"/>
              </a:buClr>
            </a:pPr>
            <a:r>
              <a:rPr lang="en-US" dirty="0"/>
              <a:t>This PowerPoint template was taken into use in January 2023</a:t>
            </a:r>
          </a:p>
          <a:p>
            <a:pPr>
              <a:buClr>
                <a:srgbClr val="1450F5"/>
              </a:buClr>
            </a:pPr>
            <a:r>
              <a:rPr lang="en-US" dirty="0"/>
              <a:t>For correct use and experience, we encourage you to familiarize yourself with the template and our </a:t>
            </a:r>
            <a:r>
              <a:rPr lang="en-US" dirty="0" err="1"/>
              <a:t>BrandBook</a:t>
            </a:r>
            <a:r>
              <a:rPr lang="en-US" dirty="0"/>
              <a:t> </a:t>
            </a:r>
          </a:p>
          <a:p>
            <a:pPr>
              <a:buClr>
                <a:srgbClr val="1450F5"/>
              </a:buClr>
            </a:pPr>
            <a:r>
              <a:rPr lang="en-US" dirty="0"/>
              <a:t>You can find a quick user guide and instructions on the last slides</a:t>
            </a:r>
          </a:p>
          <a:p>
            <a:pPr>
              <a:buClr>
                <a:srgbClr val="1450F5"/>
              </a:buClr>
            </a:pPr>
            <a:r>
              <a:rPr lang="en-US" dirty="0"/>
              <a:t>When adjusting slides from an old template to this one, copy the content instead of full slides</a:t>
            </a:r>
          </a:p>
          <a:p>
            <a:pPr>
              <a:buClr>
                <a:srgbClr val="1450F5"/>
              </a:buClr>
            </a:pPr>
            <a:r>
              <a:rPr lang="en-US" dirty="0"/>
              <a:t>When presenting, we recommend using the PowerPoint Live functionality in Teams or the PowerPoint Desktop App</a:t>
            </a:r>
          </a:p>
          <a:p>
            <a:pPr lvl="1">
              <a:buClr>
                <a:srgbClr val="1450F5"/>
              </a:buClr>
            </a:pPr>
            <a:r>
              <a:rPr lang="en-US" dirty="0"/>
              <a:t>We do not recommend presenting through a web browser or Teams window, as some content might appear incorrectly </a:t>
            </a:r>
          </a:p>
          <a:p>
            <a:pPr>
              <a:buClr>
                <a:srgbClr val="1450F5"/>
              </a:buClr>
            </a:pPr>
            <a:r>
              <a:rPr lang="en-US" dirty="0"/>
              <a:t>In case you experience technical difficulties when using the template, have questions or want to give feedback, please contact </a:t>
            </a:r>
            <a:r>
              <a:rPr lang="en-US" b="1" dirty="0">
                <a:latin typeface="Inter SemiBold" panose="02000503000000020004" pitchFamily="2" charset="0"/>
                <a:ea typeface="Inter SemiBold" panose="02000503000000020004" pitchFamily="2" charset="0"/>
                <a:hlinkClick r:id="rId3"/>
              </a:rPr>
              <a:t>global.brand@kone.com</a:t>
            </a:r>
            <a:endParaRPr lang="en-US" b="1" dirty="0">
              <a:latin typeface="Inter SemiBold" panose="02000503000000020004" pitchFamily="2" charset="0"/>
              <a:ea typeface="Inter SemiBold" panose="02000503000000020004" pitchFamily="2" charset="0"/>
            </a:endParaRPr>
          </a:p>
          <a:p>
            <a:pPr marL="0" indent="0">
              <a:buNone/>
            </a:pPr>
            <a:r>
              <a:rPr lang="en-US" dirty="0"/>
              <a:t>Guidelines and more information at </a:t>
            </a:r>
            <a:r>
              <a:rPr lang="en-US" dirty="0">
                <a:latin typeface="Inter SemiBold" panose="02000503000000020004" pitchFamily="2" charset="0"/>
                <a:ea typeface="Inter SemiBold" panose="02000503000000020004" pitchFamily="2" charset="0"/>
                <a:hlinkClick r:id="rId4"/>
              </a:rPr>
              <a:t>KONE </a:t>
            </a:r>
            <a:r>
              <a:rPr lang="en-US" dirty="0" err="1">
                <a:latin typeface="Inter SemiBold" panose="02000503000000020004" pitchFamily="2" charset="0"/>
                <a:ea typeface="Inter SemiBold" panose="02000503000000020004" pitchFamily="2" charset="0"/>
                <a:hlinkClick r:id="rId4"/>
              </a:rPr>
              <a:t>Brandbook</a:t>
            </a:r>
            <a:endParaRPr lang="en-US" dirty="0">
              <a:latin typeface="Inter SemiBold" panose="02000503000000020004" pitchFamily="2" charset="0"/>
              <a:ea typeface="Inter SemiBold" panose="02000503000000020004" pitchFamily="2" charset="0"/>
            </a:endParaRPr>
          </a:p>
          <a:p>
            <a:pPr marL="0" indent="0">
              <a:buNone/>
            </a:pPr>
            <a:r>
              <a:rPr lang="en-US" dirty="0"/>
              <a:t>Images can be found from </a:t>
            </a:r>
            <a:r>
              <a:rPr lang="en-US" dirty="0">
                <a:latin typeface="Inter SemiBold" panose="02000503000000020004" pitchFamily="2" charset="0"/>
                <a:ea typeface="Inter SemiBold" panose="02000503000000020004" pitchFamily="2" charset="0"/>
                <a:hlinkClick r:id="rId5"/>
              </a:rPr>
              <a:t>KONE </a:t>
            </a:r>
            <a:r>
              <a:rPr lang="en-US" dirty="0" err="1">
                <a:latin typeface="Inter SemiBold" panose="02000503000000020004" pitchFamily="2" charset="0"/>
                <a:ea typeface="Inter SemiBold" panose="02000503000000020004" pitchFamily="2" charset="0"/>
                <a:hlinkClick r:id="rId5"/>
              </a:rPr>
              <a:t>MaterialBank</a:t>
            </a:r>
            <a:endParaRPr lang="en-US" dirty="0">
              <a:latin typeface="Inter SemiBold" panose="02000503000000020004" pitchFamily="2" charset="0"/>
              <a:ea typeface="Inter SemiBold" panose="02000503000000020004" pitchFamily="2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8D2388F-425C-4221-9608-21961F28C36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AA811B-2EBD-4900-905E-5BE206449611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ONE Information" panose="020B0603040000020003" pitchFamily="34" charset="-79"/>
                <a:ea typeface="+mn-ea"/>
                <a:cs typeface="KONE Information" panose="020B0603040000020003" pitchFamily="34" charset="-79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KONE Information" panose="020B0603040000020003" pitchFamily="34" charset="-79"/>
              <a:ea typeface="+mn-ea"/>
              <a:cs typeface="KONE Information" panose="020B0603040000020003" pitchFamily="34" charset="-79"/>
            </a:endParaRP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26348EB-D49A-35A0-87F9-4739926A3F8C}"/>
              </a:ext>
            </a:extLst>
          </p:cNvPr>
          <p:cNvSpPr txBox="1">
            <a:spLocks/>
          </p:cNvSpPr>
          <p:nvPr/>
        </p:nvSpPr>
        <p:spPr>
          <a:xfrm>
            <a:off x="431999" y="2171500"/>
            <a:ext cx="6221350" cy="383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​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1400" kern="1200" cap="all" baseline="0">
                <a:solidFill>
                  <a:srgbClr val="1450F5"/>
                </a:solidFill>
                <a:latin typeface="KONE Information" panose="020B0603040000020003" pitchFamily="34" charset="-79"/>
                <a:ea typeface="+mn-ea"/>
                <a:cs typeface="KONE Information" panose="020B0603040000020003" pitchFamily="34" charset="-79"/>
              </a:defRPr>
            </a:lvl6pPr>
            <a:lvl7pPr marL="18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1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5400" kern="1200" spc="-60" baseline="0">
                <a:solidFill>
                  <a:srgbClr val="1450F5"/>
                </a:solidFill>
                <a:latin typeface="KONE Information" panose="020B0603040000020003" pitchFamily="34" charset="-79"/>
                <a:ea typeface="+mn-ea"/>
                <a:cs typeface="KONE Information" panose="020B0603040000020003" pitchFamily="34" charset="-79"/>
              </a:defRPr>
            </a:lvl9pPr>
          </a:lstStyle>
          <a:p>
            <a:pPr>
              <a:buClr>
                <a:srgbClr val="1450F5"/>
              </a:buClr>
            </a:pPr>
            <a:endParaRPr lang="en-US" dirty="0">
              <a:latin typeface="Inter SemiBold" panose="02000503000000020004" pitchFamily="2" charset="0"/>
              <a:ea typeface="Inter SemiBold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4521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 descr="A person talking on the phone&#10;&#10;Description automatically generated with medium confidence">
            <a:extLst>
              <a:ext uri="{FF2B5EF4-FFF2-40B4-BE49-F238E27FC236}">
                <a16:creationId xmlns:a16="http://schemas.microsoft.com/office/drawing/2014/main" id="{8698581C-4B6F-4C78-8AF1-B72EF0ECC47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" r="31"/>
          <a:stretch/>
        </p:blipFill>
        <p:spPr/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F6D63B-2D34-4C43-B6AB-281B546AFA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0" name="Pladsholder til tekst 9">
            <a:extLst>
              <a:ext uri="{FF2B5EF4-FFF2-40B4-BE49-F238E27FC236}">
                <a16:creationId xmlns:a16="http://schemas.microsoft.com/office/drawing/2014/main" id="{264A40BB-424D-E6ED-4F6A-7976397DAB0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F753405-4551-6D7E-42C7-289769DAD2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Pladsholder til tekst 12">
            <a:extLst>
              <a:ext uri="{FF2B5EF4-FFF2-40B4-BE49-F238E27FC236}">
                <a16:creationId xmlns:a16="http://schemas.microsoft.com/office/drawing/2014/main" id="{484BB690-8F8B-E5E9-2DFF-A4C2FBA66E2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4C401DE-AEA4-46C8-BC23-4BEF2C25ADB5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7E3D8925-4F7D-4DD2-8C9B-6CD68A46C90B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12" name="Pladsholder til tekst 11">
            <a:extLst>
              <a:ext uri="{FF2B5EF4-FFF2-40B4-BE49-F238E27FC236}">
                <a16:creationId xmlns:a16="http://schemas.microsoft.com/office/drawing/2014/main" id="{2C75240F-1E21-9745-9035-4CEAC41A9AD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6480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>
            <a:extLst>
              <a:ext uri="{FF2B5EF4-FFF2-40B4-BE49-F238E27FC236}">
                <a16:creationId xmlns:a16="http://schemas.microsoft.com/office/drawing/2014/main" id="{47502D9B-25D9-043A-2263-9B65A10132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Pladsholder til tekst 10">
            <a:extLst>
              <a:ext uri="{FF2B5EF4-FFF2-40B4-BE49-F238E27FC236}">
                <a16:creationId xmlns:a16="http://schemas.microsoft.com/office/drawing/2014/main" id="{BEC29D5B-CB64-050B-7157-E6D3E68EFF4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0DFE41-EB03-4DF5-B8EC-7DA0B9FDE202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60EC1735-D386-4F38-9847-8C1D614F83C7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C885FB-CDB9-4BFC-853A-D41C299024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12500" y="6271200"/>
            <a:ext cx="648499" cy="180000"/>
          </a:xfrm>
        </p:spPr>
        <p:txBody>
          <a:bodyPr/>
          <a:lstStyle/>
          <a:p>
            <a:fld id="{23AA811B-2EBD-4900-905E-5BE206449611}" type="slidenum">
              <a:rPr lang="en-US" smtClean="0">
                <a:noFill/>
              </a:rPr>
              <a:pPr/>
              <a:t>3</a:t>
            </a:fld>
            <a:endParaRPr lang="en-US" dirty="0">
              <a:noFill/>
            </a:endParaRPr>
          </a:p>
        </p:txBody>
      </p:sp>
      <p:pic>
        <p:nvPicPr>
          <p:cNvPr id="6" name="Picture Placeholder 5" descr="A couple of men walking down a flight of stairs&#10;&#10;Description automatically generated with medium confidence">
            <a:extLst>
              <a:ext uri="{FF2B5EF4-FFF2-40B4-BE49-F238E27FC236}">
                <a16:creationId xmlns:a16="http://schemas.microsoft.com/office/drawing/2014/main" id="{01FF9073-EB81-58B7-F7D4-93EAB322540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147793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 descr="A person and person walking&#10;&#10;Description automatically generated with low confidence">
            <a:extLst>
              <a:ext uri="{FF2B5EF4-FFF2-40B4-BE49-F238E27FC236}">
                <a16:creationId xmlns:a16="http://schemas.microsoft.com/office/drawing/2014/main" id="{9AEE615E-EB86-48E0-BCD2-D9643E29E43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1BA0718F-9309-1AA8-04E0-AC40D16248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Pladsholder til tekst 7">
            <a:extLst>
              <a:ext uri="{FF2B5EF4-FFF2-40B4-BE49-F238E27FC236}">
                <a16:creationId xmlns:a16="http://schemas.microsoft.com/office/drawing/2014/main" id="{8BCE6783-F772-1EF1-4488-0F2B06ABDA1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B075D1-2027-415E-B177-45C5A5E6630F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60EC1735-D386-4F38-9847-8C1D614F83C7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69DB3A-69CA-4FC7-AB6A-04EBC785D48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12500" y="6271200"/>
            <a:ext cx="648499" cy="180000"/>
          </a:xfrm>
        </p:spPr>
        <p:txBody>
          <a:bodyPr/>
          <a:lstStyle/>
          <a:p>
            <a:fld id="{23AA811B-2EBD-4900-905E-5BE206449611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8377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Placeholder 15" descr="A person holding a bicycle&#10;&#10;Description automatically generated with medium confidence">
            <a:extLst>
              <a:ext uri="{FF2B5EF4-FFF2-40B4-BE49-F238E27FC236}">
                <a16:creationId xmlns:a16="http://schemas.microsoft.com/office/drawing/2014/main" id="{6AA8295B-D8A1-A375-4135-676CE234C2EE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" r="28"/>
          <a:stretch/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80F4018-1938-6717-281C-86B75A286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FFC74B-E0EC-F464-BC75-41DAA2F644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0BCA820-0C19-ECD0-C4CF-ECBA82C1DDB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89DD08-E2EA-6BF3-7BF6-8DE60189E516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47A72CB2-B93F-4B3B-A5E2-587AA41D20D7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ADAEFA-A908-AD55-1BB7-92CCD9F044C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ED6F561-3918-4CEC-58C7-396029C759C3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9303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E8D420CB-ADB7-40B7-B281-2726F465732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71DCD5-BD24-52CC-7820-C37C1ADCE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864492"/>
            <a:ext cx="5824338" cy="504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7CB964-0E76-44D3-6633-0E8B156273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F190072-7AA4-4B35-E8FB-25A56FAED352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D21CF383-986D-4628-9EED-E198AC15FB03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0C4FB3-0B48-A3B0-4DBB-C0751C05782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75444-889C-ED51-9D3C-C84D55F2E596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0C8ACD6-53B9-3A42-A65D-23CC332D95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671636"/>
              </p:ext>
            </p:extLst>
          </p:nvPr>
        </p:nvGraphicFramePr>
        <p:xfrm>
          <a:off x="432001" y="1728494"/>
          <a:ext cx="5833073" cy="3776864"/>
        </p:xfrm>
        <a:graphic>
          <a:graphicData uri="http://schemas.openxmlformats.org/drawingml/2006/table">
            <a:tbl>
              <a:tblPr bandRow="1">
                <a:tableStyleId>{F2DE63D5-997A-4646-A377-4702673A728D}</a:tableStyleId>
              </a:tblPr>
              <a:tblGrid>
                <a:gridCol w="2912778">
                  <a:extLst>
                    <a:ext uri="{9D8B030D-6E8A-4147-A177-3AD203B41FA5}">
                      <a16:colId xmlns:a16="http://schemas.microsoft.com/office/drawing/2014/main" val="2551302220"/>
                    </a:ext>
                  </a:extLst>
                </a:gridCol>
                <a:gridCol w="962526">
                  <a:extLst>
                    <a:ext uri="{9D8B030D-6E8A-4147-A177-3AD203B41FA5}">
                      <a16:colId xmlns:a16="http://schemas.microsoft.com/office/drawing/2014/main" val="2966274455"/>
                    </a:ext>
                  </a:extLst>
                </a:gridCol>
                <a:gridCol w="978569">
                  <a:extLst>
                    <a:ext uri="{9D8B030D-6E8A-4147-A177-3AD203B41FA5}">
                      <a16:colId xmlns:a16="http://schemas.microsoft.com/office/drawing/2014/main" val="2485088695"/>
                    </a:ext>
                  </a:extLst>
                </a:gridCol>
                <a:gridCol w="979200">
                  <a:extLst>
                    <a:ext uri="{9D8B030D-6E8A-4147-A177-3AD203B41FA5}">
                      <a16:colId xmlns:a16="http://schemas.microsoft.com/office/drawing/2014/main" val="4269978979"/>
                    </a:ext>
                  </a:extLst>
                </a:gridCol>
              </a:tblGrid>
              <a:tr h="472108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Subject</a:t>
                      </a:r>
                    </a:p>
                  </a:txBody>
                  <a:tcPr marL="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</a:rPr>
                        <a:t>Resp. person</a:t>
                      </a:r>
                    </a:p>
                  </a:txBody>
                  <a:tcPr marL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solidFill>
                            <a:schemeClr val="tx1"/>
                          </a:solidFill>
                        </a:rPr>
                        <a:t>0:00 </a:t>
                      </a:r>
                    </a:p>
                  </a:txBody>
                  <a:tcPr marL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solidFill>
                            <a:schemeClr val="tx1"/>
                          </a:solidFill>
                        </a:rPr>
                        <a:t>0:00 </a:t>
                      </a:r>
                    </a:p>
                  </a:txBody>
                  <a:tcPr marL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lg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5698242"/>
                  </a:ext>
                </a:extLst>
              </a:tr>
              <a:tr h="4721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41414"/>
                          </a:solidFill>
                          <a:effectLst/>
                          <a:highlight>
                            <a:srgbClr val="FFFFFF"/>
                          </a:highlight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Subject</a:t>
                      </a:r>
                    </a:p>
                  </a:txBody>
                  <a:tcPr marL="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41414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Resp. person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41414"/>
                        </a:solidFill>
                        <a:effectLst/>
                        <a:uLnTx/>
                        <a:uFillTx/>
                        <a:latin typeface="Inter"/>
                        <a:ea typeface="+mn-ea"/>
                        <a:cs typeface="+mn-cs"/>
                      </a:endParaRPr>
                    </a:p>
                  </a:txBody>
                  <a:tcPr marL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41414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0:00 </a:t>
                      </a:r>
                    </a:p>
                  </a:txBody>
                  <a:tcPr marL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41414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0:00 </a:t>
                      </a:r>
                    </a:p>
                  </a:txBody>
                  <a:tcPr marL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21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41414"/>
                          </a:solidFill>
                          <a:effectLst/>
                          <a:highlight>
                            <a:srgbClr val="FFFFFF"/>
                          </a:highlight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Subject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41414"/>
                        </a:solidFill>
                        <a:effectLst/>
                        <a:highlight>
                          <a:srgbClr val="FFFFFF"/>
                        </a:highlight>
                        <a:uLnTx/>
                        <a:uFillTx/>
                        <a:latin typeface="Inter"/>
                        <a:ea typeface="+mn-ea"/>
                        <a:cs typeface="+mn-cs"/>
                      </a:endParaRPr>
                    </a:p>
                  </a:txBody>
                  <a:tcPr marL="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41414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Resp. person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41414"/>
                        </a:solidFill>
                        <a:effectLst/>
                        <a:uLnTx/>
                        <a:uFillTx/>
                        <a:latin typeface="Inter"/>
                        <a:ea typeface="+mn-ea"/>
                        <a:cs typeface="+mn-cs"/>
                      </a:endParaRPr>
                    </a:p>
                  </a:txBody>
                  <a:tcPr marL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41414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0:00 </a:t>
                      </a:r>
                    </a:p>
                  </a:txBody>
                  <a:tcPr marL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41414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0:00 </a:t>
                      </a:r>
                    </a:p>
                  </a:txBody>
                  <a:tcPr marL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478481"/>
                  </a:ext>
                </a:extLst>
              </a:tr>
              <a:tr h="4721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41414"/>
                          </a:solidFill>
                          <a:effectLst/>
                          <a:highlight>
                            <a:srgbClr val="FFFFFF"/>
                          </a:highlight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Subject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41414"/>
                        </a:solidFill>
                        <a:effectLst/>
                        <a:highlight>
                          <a:srgbClr val="FFFFFF"/>
                        </a:highlight>
                        <a:uLnTx/>
                        <a:uFillTx/>
                        <a:latin typeface="Inter"/>
                        <a:ea typeface="+mn-ea"/>
                        <a:cs typeface="+mn-cs"/>
                      </a:endParaRPr>
                    </a:p>
                  </a:txBody>
                  <a:tcPr marL="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41414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Resp. person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41414"/>
                        </a:solidFill>
                        <a:effectLst/>
                        <a:uLnTx/>
                        <a:uFillTx/>
                        <a:latin typeface="Inter"/>
                        <a:ea typeface="+mn-ea"/>
                        <a:cs typeface="+mn-cs"/>
                      </a:endParaRPr>
                    </a:p>
                  </a:txBody>
                  <a:tcPr marL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41414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0:00 </a:t>
                      </a:r>
                    </a:p>
                  </a:txBody>
                  <a:tcPr marL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41414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0:00 </a:t>
                      </a:r>
                    </a:p>
                  </a:txBody>
                  <a:tcPr marL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3930284"/>
                  </a:ext>
                </a:extLst>
              </a:tr>
              <a:tr h="4721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41414"/>
                          </a:solidFill>
                          <a:effectLst/>
                          <a:highlight>
                            <a:srgbClr val="FFFFFF"/>
                          </a:highlight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Subject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41414"/>
                        </a:solidFill>
                        <a:effectLst/>
                        <a:highlight>
                          <a:srgbClr val="FFFFFF"/>
                        </a:highlight>
                        <a:uLnTx/>
                        <a:uFillTx/>
                        <a:latin typeface="Inter"/>
                        <a:ea typeface="+mn-ea"/>
                        <a:cs typeface="+mn-cs"/>
                      </a:endParaRPr>
                    </a:p>
                  </a:txBody>
                  <a:tcPr marL="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41414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Resp. person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41414"/>
                        </a:solidFill>
                        <a:effectLst/>
                        <a:uLnTx/>
                        <a:uFillTx/>
                        <a:latin typeface="Inter"/>
                        <a:ea typeface="+mn-ea"/>
                        <a:cs typeface="+mn-cs"/>
                      </a:endParaRPr>
                    </a:p>
                  </a:txBody>
                  <a:tcPr marL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41414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0:00 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41414"/>
                        </a:solidFill>
                        <a:effectLst/>
                        <a:uLnTx/>
                        <a:uFillTx/>
                        <a:latin typeface="Inter"/>
                        <a:ea typeface="+mn-ea"/>
                        <a:cs typeface="+mn-cs"/>
                      </a:endParaRPr>
                    </a:p>
                  </a:txBody>
                  <a:tcPr marL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41414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0:00 </a:t>
                      </a:r>
                    </a:p>
                  </a:txBody>
                  <a:tcPr marL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8918644"/>
                  </a:ext>
                </a:extLst>
              </a:tr>
              <a:tr h="4721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41414"/>
                          </a:solidFill>
                          <a:effectLst/>
                          <a:highlight>
                            <a:srgbClr val="FFFFFF"/>
                          </a:highlight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Subject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41414"/>
                        </a:solidFill>
                        <a:effectLst/>
                        <a:highlight>
                          <a:srgbClr val="FFFFFF"/>
                        </a:highlight>
                        <a:uLnTx/>
                        <a:uFillTx/>
                        <a:latin typeface="Inter"/>
                        <a:ea typeface="+mn-ea"/>
                        <a:cs typeface="+mn-cs"/>
                      </a:endParaRPr>
                    </a:p>
                  </a:txBody>
                  <a:tcPr marL="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41414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Resp. person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41414"/>
                        </a:solidFill>
                        <a:effectLst/>
                        <a:uLnTx/>
                        <a:uFillTx/>
                        <a:latin typeface="Inter"/>
                        <a:ea typeface="+mn-ea"/>
                        <a:cs typeface="+mn-cs"/>
                      </a:endParaRPr>
                    </a:p>
                  </a:txBody>
                  <a:tcPr marL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41414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0:00 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41414"/>
                        </a:solidFill>
                        <a:effectLst/>
                        <a:uLnTx/>
                        <a:uFillTx/>
                        <a:latin typeface="Inter"/>
                        <a:ea typeface="+mn-ea"/>
                        <a:cs typeface="+mn-cs"/>
                      </a:endParaRPr>
                    </a:p>
                  </a:txBody>
                  <a:tcPr marL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41414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0:00 </a:t>
                      </a:r>
                    </a:p>
                  </a:txBody>
                  <a:tcPr marL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4302125"/>
                  </a:ext>
                </a:extLst>
              </a:tr>
              <a:tr h="4721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41414"/>
                          </a:solidFill>
                          <a:effectLst/>
                          <a:highlight>
                            <a:srgbClr val="FFFFFF"/>
                          </a:highlight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Subject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41414"/>
                        </a:solidFill>
                        <a:effectLst/>
                        <a:highlight>
                          <a:srgbClr val="FFFFFF"/>
                        </a:highlight>
                        <a:uLnTx/>
                        <a:uFillTx/>
                        <a:latin typeface="Inter"/>
                        <a:ea typeface="+mn-ea"/>
                        <a:cs typeface="+mn-cs"/>
                      </a:endParaRPr>
                    </a:p>
                  </a:txBody>
                  <a:tcPr marL="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41414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Resp. person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41414"/>
                        </a:solidFill>
                        <a:effectLst/>
                        <a:uLnTx/>
                        <a:uFillTx/>
                        <a:latin typeface="Inter"/>
                        <a:ea typeface="+mn-ea"/>
                        <a:cs typeface="+mn-cs"/>
                      </a:endParaRPr>
                    </a:p>
                  </a:txBody>
                  <a:tcPr marL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41414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0:00 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41414"/>
                        </a:solidFill>
                        <a:effectLst/>
                        <a:uLnTx/>
                        <a:uFillTx/>
                        <a:latin typeface="Inter"/>
                        <a:ea typeface="+mn-ea"/>
                        <a:cs typeface="+mn-cs"/>
                      </a:endParaRPr>
                    </a:p>
                  </a:txBody>
                  <a:tcPr marL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41414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0:00 </a:t>
                      </a:r>
                    </a:p>
                  </a:txBody>
                  <a:tcPr marL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6402241"/>
                  </a:ext>
                </a:extLst>
              </a:tr>
              <a:tr h="4721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41414"/>
                          </a:solidFill>
                          <a:effectLst/>
                          <a:highlight>
                            <a:srgbClr val="FFFFFF"/>
                          </a:highlight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Subject</a:t>
                      </a:r>
                    </a:p>
                  </a:txBody>
                  <a:tcPr marL="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41414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Resp. person</a:t>
                      </a:r>
                    </a:p>
                  </a:txBody>
                  <a:tcPr marL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41414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0:00 </a:t>
                      </a:r>
                    </a:p>
                  </a:txBody>
                  <a:tcPr marL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41414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0:00 </a:t>
                      </a:r>
                    </a:p>
                  </a:txBody>
                  <a:tcPr marL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86435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760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6FFBF6-293C-DB85-9CD7-4251CD048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9E1F336-57E8-E4F9-BF8F-68CBB7A96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B14E8DE3-39AD-0CBA-0E02-3371F897606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E97227C-9FFB-4B5B-BA3E-BF0ACD1C8E06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F8E33A4C-774F-FBE6-6D18-EE571E64ADB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F7955834-631F-072C-555B-26B852486F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4912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9D94253A-04B8-0A66-F31E-456747F83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394E3518-9DE6-5FD1-3224-353F1209B2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366221B-8DD9-654E-97EF-92AECC1F76E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CE51C2-8EAA-5F81-0704-265FD401C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59157-4C3E-4B3A-B4D2-A57DC5136837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B531F0-0440-E9FA-A7AC-D192C3953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4A5CB2D-BC5F-9737-E879-8831AF4C2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6584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1AEAC6A2-FCEF-239A-EF06-480E83A601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DCCC6A-3C4C-C217-41D8-E5BF34704ECD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C16835E5-8EF8-4A33-8D1C-4E891104C167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EE429F-B9F0-235E-0E2A-1316807AF09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5" name="Picture 17">
            <a:extLst>
              <a:ext uri="{FF2B5EF4-FFF2-40B4-BE49-F238E27FC236}">
                <a16:creationId xmlns:a16="http://schemas.microsoft.com/office/drawing/2014/main" id="{580E8545-A7C1-7116-AA70-600C8000824B}"/>
              </a:ext>
            </a:extLst>
          </p:cNvPr>
          <p:cNvPicPr>
            <a:picLocks noGrp="1" noChangeAspect="1"/>
          </p:cNvPicPr>
          <p:nvPr>
            <p:ph sz="quarter" idx="1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205342" y="2100263"/>
            <a:ext cx="3191766" cy="3087687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B10CAC-C437-081B-0D80-7E5B12F5C46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173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3E500A7-D760-6E97-1173-629E7E54CB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ED053B-9BE1-CBD5-BA8B-77E68EC7DA38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0AE6DCA7-AFD1-4DEB-B65A-595D90B9F34C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F7DCC8-808C-4881-1372-7E2E1CD16A0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E37654D-E5E2-8874-E7A3-E8532F098A1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1" name="Content Placeholder 9">
            <a:extLst>
              <a:ext uri="{FF2B5EF4-FFF2-40B4-BE49-F238E27FC236}">
                <a16:creationId xmlns:a16="http://schemas.microsoft.com/office/drawing/2014/main" id="{E36CD461-9E5A-47F1-6498-44876B9014F6}"/>
              </a:ext>
            </a:extLst>
          </p:cNvPr>
          <p:cNvPicPr>
            <a:picLocks noGrp="1" noChangeAspect="1"/>
          </p:cNvPicPr>
          <p:nvPr>
            <p:ph sz="quarter" idx="1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00800" y="2098800"/>
            <a:ext cx="2263345" cy="308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9255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F3E7C693-C7C7-AF02-A016-61D1FB2C01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id="{6F27B476-B90A-8D05-4A7D-24B6E8A3FF34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F3CAC497-457E-43AB-A1D7-3817F7EF220F}" type="datetime3">
              <a:rPr lang="en-US" smtClean="0"/>
              <a:t>17 May 2023</a:t>
            </a:fld>
            <a:endParaRPr lang="en-US" dirty="0"/>
          </a:p>
        </p:txBody>
      </p:sp>
      <p:pic>
        <p:nvPicPr>
          <p:cNvPr id="22" name="Picture Placeholder 21" descr="A picture containing car, person&#10;&#10;Description automatically generated">
            <a:extLst>
              <a:ext uri="{FF2B5EF4-FFF2-40B4-BE49-F238E27FC236}">
                <a16:creationId xmlns:a16="http://schemas.microsoft.com/office/drawing/2014/main" id="{69303333-FB78-320C-6D90-47F7E99CB5F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7A41A3E3-7473-9E86-F75A-8C0B7985E6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80AACB-F014-12C3-E3BE-5CC4B4C56D2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6BEF643-1D7D-F68F-9912-772D85E9B23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Footer Placeholder 1" hidden="1">
            <a:extLst>
              <a:ext uri="{FF2B5EF4-FFF2-40B4-BE49-F238E27FC236}">
                <a16:creationId xmlns:a16="http://schemas.microsoft.com/office/drawing/2014/main" id="{D75E1DC5-E3EB-8F28-CC30-65B82B26B09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447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 hidden="1">
            <a:extLst>
              <a:ext uri="{FF2B5EF4-FFF2-40B4-BE49-F238E27FC236}">
                <a16:creationId xmlns:a16="http://schemas.microsoft.com/office/drawing/2014/main" id="{19C14DFC-09BD-E55A-8128-8F8377E69DA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FC4C5F9B-2107-EA04-0D70-93F65B4F4854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69CFF627-97E8-4586-8DBB-34C02A9C5055}" type="datetime3">
              <a:rPr lang="en-US" smtClean="0"/>
              <a:t>17 May 2023</a:t>
            </a:fld>
            <a:endParaRPr lang="en-US" dirty="0"/>
          </a:p>
        </p:txBody>
      </p:sp>
      <p:pic>
        <p:nvPicPr>
          <p:cNvPr id="7" name="Picture Placeholder 6" descr="A person walking on a bridge&#10;&#10;Description automatically generated with medium confidence">
            <a:extLst>
              <a:ext uri="{FF2B5EF4-FFF2-40B4-BE49-F238E27FC236}">
                <a16:creationId xmlns:a16="http://schemas.microsoft.com/office/drawing/2014/main" id="{D7F5E35F-6506-9100-BC90-B3F6EDC6A0C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0C46C4-5FE1-2D92-4823-0B1608EAFF5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 hidden="1">
            <a:extLst>
              <a:ext uri="{FF2B5EF4-FFF2-40B4-BE49-F238E27FC236}">
                <a16:creationId xmlns:a16="http://schemas.microsoft.com/office/drawing/2014/main" id="{D354AC83-0FB7-9C49-38CC-9F6A30771B9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3340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4BB6FF8-A259-99C6-145E-4BA9EF191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Timeline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E9CE94-266F-6EAE-B3D0-C120116AD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B5F1F-9E93-4783-9FE5-C25235FC5B1D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F020FAA-577D-3052-0987-4167ABF86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BE0DD3-E564-D3A5-F442-90C245C3C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441F462-A766-75BE-1A0D-EE0F0AB7396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43275" y="1727200"/>
            <a:ext cx="1944000" cy="259164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7EB054C-937B-FAC1-44BD-D609C7D2B2FD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56219" y="1727200"/>
            <a:ext cx="1944000" cy="2592400"/>
          </a:xfrm>
          <a:prstGeom prst="rect">
            <a:avLst/>
          </a:prstGeom>
        </p:spPr>
      </p:pic>
      <p:pic>
        <p:nvPicPr>
          <p:cNvPr id="17" name="Picture 16" descr="A picture containing person, outdoor, person&#10;&#10;Description automatically generated">
            <a:extLst>
              <a:ext uri="{FF2B5EF4-FFF2-40B4-BE49-F238E27FC236}">
                <a16:creationId xmlns:a16="http://schemas.microsoft.com/office/drawing/2014/main" id="{3772129E-8B14-AB87-DFF3-CEF5E52F434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2000" y="1727200"/>
            <a:ext cx="1943099" cy="2592400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0D72F1A9-8777-93E6-8453-1E8D08D4F990}"/>
              </a:ext>
            </a:extLst>
          </p:cNvPr>
          <p:cNvGrpSpPr/>
          <p:nvPr/>
        </p:nvGrpSpPr>
        <p:grpSpPr>
          <a:xfrm>
            <a:off x="430781" y="4752000"/>
            <a:ext cx="11761219" cy="1242000"/>
            <a:chOff x="430781" y="4752000"/>
            <a:chExt cx="11761219" cy="1242000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AD096F5-A1DC-A3CF-80A9-5A3FC947B7C9}"/>
                </a:ext>
              </a:extLst>
            </p:cNvPr>
            <p:cNvCxnSpPr>
              <a:cxnSpLocks/>
            </p:cNvCxnSpPr>
            <p:nvPr/>
          </p:nvCxnSpPr>
          <p:spPr>
            <a:xfrm>
              <a:off x="430781" y="5994000"/>
              <a:ext cx="11761219" cy="0"/>
            </a:xfrm>
            <a:prstGeom prst="line">
              <a:avLst/>
            </a:prstGeom>
            <a:ln w="952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052BC42-E052-F470-D998-262284ACA1C6}"/>
                </a:ext>
              </a:extLst>
            </p:cNvPr>
            <p:cNvCxnSpPr>
              <a:cxnSpLocks/>
            </p:cNvCxnSpPr>
            <p:nvPr/>
          </p:nvCxnSpPr>
          <p:spPr>
            <a:xfrm>
              <a:off x="430781" y="4752000"/>
              <a:ext cx="0" cy="1242000"/>
            </a:xfrm>
            <a:prstGeom prst="line">
              <a:avLst/>
            </a:prstGeom>
            <a:ln w="952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2EF540EB-E95C-62C3-648A-519FBB83FF29}"/>
                </a:ext>
              </a:extLst>
            </p:cNvPr>
            <p:cNvCxnSpPr>
              <a:cxnSpLocks/>
            </p:cNvCxnSpPr>
            <p:nvPr/>
          </p:nvCxnSpPr>
          <p:spPr>
            <a:xfrm>
              <a:off x="3343275" y="4752000"/>
              <a:ext cx="0" cy="1242000"/>
            </a:xfrm>
            <a:prstGeom prst="line">
              <a:avLst/>
            </a:prstGeom>
            <a:ln w="952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23E79D9-15AB-55AD-CA00-5F8604B0CFA1}"/>
                </a:ext>
              </a:extLst>
            </p:cNvPr>
            <p:cNvCxnSpPr>
              <a:cxnSpLocks/>
            </p:cNvCxnSpPr>
            <p:nvPr/>
          </p:nvCxnSpPr>
          <p:spPr>
            <a:xfrm>
              <a:off x="6256219" y="4752000"/>
              <a:ext cx="0" cy="1242000"/>
            </a:xfrm>
            <a:prstGeom prst="line">
              <a:avLst/>
            </a:prstGeom>
            <a:ln w="952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1201E0-5E30-D36C-EE0F-1F7AC38A6086}"/>
                </a:ext>
              </a:extLst>
            </p:cNvPr>
            <p:cNvCxnSpPr>
              <a:cxnSpLocks/>
            </p:cNvCxnSpPr>
            <p:nvPr/>
          </p:nvCxnSpPr>
          <p:spPr>
            <a:xfrm>
              <a:off x="9169401" y="4752000"/>
              <a:ext cx="0" cy="1242000"/>
            </a:xfrm>
            <a:prstGeom prst="line">
              <a:avLst/>
            </a:prstGeom>
            <a:ln w="952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451C0269-F3CD-6BF1-D711-D57CE2EE1DC6}"/>
              </a:ext>
            </a:extLst>
          </p:cNvPr>
          <p:cNvSpPr txBox="1">
            <a:spLocks/>
          </p:cNvSpPr>
          <p:nvPr/>
        </p:nvSpPr>
        <p:spPr>
          <a:xfrm>
            <a:off x="432000" y="4751400"/>
            <a:ext cx="1944000" cy="1151895"/>
          </a:xfrm>
          <a:prstGeom prst="rect">
            <a:avLst/>
          </a:prstGeom>
        </p:spPr>
        <p:txBody>
          <a:bodyPr lIns="162000" tIns="0" rIns="90000" bIns="180000">
            <a:spAutoFit/>
          </a:bodyPr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​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1400" kern="1200" cap="all" baseline="0">
                <a:solidFill>
                  <a:srgbClr val="1450F5"/>
                </a:solidFill>
                <a:latin typeface="KONE Information" panose="020B0603040000020003" pitchFamily="34" charset="-79"/>
                <a:ea typeface="+mn-ea"/>
                <a:cs typeface="KONE Information" panose="020B0603040000020003" pitchFamily="34" charset="-79"/>
              </a:defRPr>
            </a:lvl6pPr>
            <a:lvl7pPr marL="18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1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5400" kern="1200" spc="-60" baseline="0">
                <a:solidFill>
                  <a:srgbClr val="1450F5"/>
                </a:solidFill>
                <a:latin typeface="KONE Information" panose="020B0603040000020003" pitchFamily="34" charset="-79"/>
                <a:ea typeface="+mn-ea"/>
                <a:cs typeface="KONE Information" panose="020B0603040000020003" pitchFamily="34" charset="-79"/>
              </a:defRPr>
            </a:lvl9pPr>
          </a:lstStyle>
          <a:p>
            <a:pPr lvl="5"/>
            <a:r>
              <a:rPr lang="en-US" dirty="0"/>
              <a:t>2022</a:t>
            </a:r>
          </a:p>
          <a:p>
            <a:pPr lvl="4"/>
            <a:r>
              <a:rPr lang="en-US" dirty="0"/>
              <a:t>Integer ante magna, congue in </a:t>
            </a:r>
            <a:r>
              <a:rPr lang="en-US" dirty="0" err="1"/>
              <a:t>augue</a:t>
            </a:r>
            <a:r>
              <a:rPr lang="en-US" dirty="0"/>
              <a:t> eu, semper arcu.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C44F6BEC-4CA9-F696-D70B-B62C8FF5CE85}"/>
              </a:ext>
            </a:extLst>
          </p:cNvPr>
          <p:cNvSpPr txBox="1">
            <a:spLocks/>
          </p:cNvSpPr>
          <p:nvPr/>
        </p:nvSpPr>
        <p:spPr>
          <a:xfrm>
            <a:off x="3343275" y="4751400"/>
            <a:ext cx="1944000" cy="1151895"/>
          </a:xfrm>
          <a:prstGeom prst="rect">
            <a:avLst/>
          </a:prstGeom>
        </p:spPr>
        <p:txBody>
          <a:bodyPr lIns="162000" tIns="0" rIns="90000" bIns="180000">
            <a:spAutoFit/>
          </a:bodyPr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​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1400" kern="1200" cap="all" baseline="0">
                <a:solidFill>
                  <a:srgbClr val="1450F5"/>
                </a:solidFill>
                <a:latin typeface="KONE Information" panose="020B0603040000020003" pitchFamily="34" charset="-79"/>
                <a:ea typeface="+mn-ea"/>
                <a:cs typeface="KONE Information" panose="020B0603040000020003" pitchFamily="34" charset="-79"/>
              </a:defRPr>
            </a:lvl6pPr>
            <a:lvl7pPr marL="18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1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5400" kern="1200" spc="-60" baseline="0">
                <a:solidFill>
                  <a:srgbClr val="1450F5"/>
                </a:solidFill>
                <a:latin typeface="KONE Information" panose="020B0603040000020003" pitchFamily="34" charset="-79"/>
                <a:ea typeface="+mn-ea"/>
                <a:cs typeface="KONE Information" panose="020B0603040000020003" pitchFamily="34" charset="-79"/>
              </a:defRPr>
            </a:lvl9pPr>
          </a:lstStyle>
          <a:p>
            <a:pPr lvl="5"/>
            <a:r>
              <a:rPr lang="en-US" dirty="0"/>
              <a:t>2023</a:t>
            </a:r>
          </a:p>
          <a:p>
            <a:pPr lvl="4"/>
            <a:r>
              <a:rPr lang="en-US" dirty="0"/>
              <a:t>Integer ante magna, congue in </a:t>
            </a:r>
            <a:r>
              <a:rPr lang="en-US" dirty="0" err="1"/>
              <a:t>augue</a:t>
            </a:r>
            <a:r>
              <a:rPr lang="en-US" dirty="0"/>
              <a:t> eu, semper arcu.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66F27583-78B0-51EF-72EB-DCBB2B3C6242}"/>
              </a:ext>
            </a:extLst>
          </p:cNvPr>
          <p:cNvSpPr txBox="1">
            <a:spLocks/>
          </p:cNvSpPr>
          <p:nvPr/>
        </p:nvSpPr>
        <p:spPr>
          <a:xfrm>
            <a:off x="6256219" y="4751400"/>
            <a:ext cx="1944000" cy="1151895"/>
          </a:xfrm>
          <a:prstGeom prst="rect">
            <a:avLst/>
          </a:prstGeom>
        </p:spPr>
        <p:txBody>
          <a:bodyPr lIns="162000" tIns="0" rIns="90000" bIns="180000">
            <a:spAutoFit/>
          </a:bodyPr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​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1400" kern="1200" cap="all" baseline="0">
                <a:solidFill>
                  <a:srgbClr val="1450F5"/>
                </a:solidFill>
                <a:latin typeface="KONE Information" panose="020B0603040000020003" pitchFamily="34" charset="-79"/>
                <a:ea typeface="+mn-ea"/>
                <a:cs typeface="KONE Information" panose="020B0603040000020003" pitchFamily="34" charset="-79"/>
              </a:defRPr>
            </a:lvl6pPr>
            <a:lvl7pPr marL="18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1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5400" kern="1200" spc="-60" baseline="0">
                <a:solidFill>
                  <a:srgbClr val="1450F5"/>
                </a:solidFill>
                <a:latin typeface="KONE Information" panose="020B0603040000020003" pitchFamily="34" charset="-79"/>
                <a:ea typeface="+mn-ea"/>
                <a:cs typeface="KONE Information" panose="020B0603040000020003" pitchFamily="34" charset="-79"/>
              </a:defRPr>
            </a:lvl9pPr>
          </a:lstStyle>
          <a:p>
            <a:pPr lvl="5"/>
            <a:r>
              <a:rPr lang="en-US" dirty="0"/>
              <a:t>2024</a:t>
            </a:r>
          </a:p>
          <a:p>
            <a:pPr lvl="4"/>
            <a:r>
              <a:rPr lang="en-US" dirty="0"/>
              <a:t>Integer ante magna, congue in </a:t>
            </a:r>
            <a:r>
              <a:rPr lang="en-US" dirty="0" err="1"/>
              <a:t>augue</a:t>
            </a:r>
            <a:r>
              <a:rPr lang="en-US" dirty="0"/>
              <a:t> eu, semper arcu.</a:t>
            </a:r>
          </a:p>
        </p:txBody>
      </p:sp>
      <p:sp>
        <p:nvSpPr>
          <p:cNvPr id="29" name="Text Placeholder 8">
            <a:extLst>
              <a:ext uri="{FF2B5EF4-FFF2-40B4-BE49-F238E27FC236}">
                <a16:creationId xmlns:a16="http://schemas.microsoft.com/office/drawing/2014/main" id="{D89E5893-E466-80A2-AC9B-E95BE4783268}"/>
              </a:ext>
            </a:extLst>
          </p:cNvPr>
          <p:cNvSpPr txBox="1">
            <a:spLocks/>
          </p:cNvSpPr>
          <p:nvPr/>
        </p:nvSpPr>
        <p:spPr>
          <a:xfrm>
            <a:off x="9169401" y="4751400"/>
            <a:ext cx="1944000" cy="1151895"/>
          </a:xfrm>
          <a:prstGeom prst="rect">
            <a:avLst/>
          </a:prstGeom>
        </p:spPr>
        <p:txBody>
          <a:bodyPr lIns="162000" tIns="0" rIns="90000" bIns="180000">
            <a:spAutoFit/>
          </a:bodyPr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​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1400" kern="1200" cap="all" baseline="0">
                <a:solidFill>
                  <a:srgbClr val="1450F5"/>
                </a:solidFill>
                <a:latin typeface="KONE Information" panose="020B0603040000020003" pitchFamily="34" charset="-79"/>
                <a:ea typeface="+mn-ea"/>
                <a:cs typeface="KONE Information" panose="020B0603040000020003" pitchFamily="34" charset="-79"/>
              </a:defRPr>
            </a:lvl6pPr>
            <a:lvl7pPr marL="18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1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5400" kern="1200" spc="-60" baseline="0">
                <a:solidFill>
                  <a:srgbClr val="1450F5"/>
                </a:solidFill>
                <a:latin typeface="KONE Information" panose="020B0603040000020003" pitchFamily="34" charset="-79"/>
                <a:ea typeface="+mn-ea"/>
                <a:cs typeface="KONE Information" panose="020B0603040000020003" pitchFamily="34" charset="-79"/>
              </a:defRPr>
            </a:lvl9pPr>
          </a:lstStyle>
          <a:p>
            <a:pPr lvl="5"/>
            <a:r>
              <a:rPr lang="en-US" dirty="0"/>
              <a:t>2025</a:t>
            </a:r>
          </a:p>
          <a:p>
            <a:pPr lvl="4"/>
            <a:r>
              <a:rPr lang="en-US" dirty="0"/>
              <a:t>Integer ante magna, congue in </a:t>
            </a:r>
            <a:r>
              <a:rPr lang="en-US" dirty="0" err="1"/>
              <a:t>augue</a:t>
            </a:r>
            <a:r>
              <a:rPr lang="en-US" dirty="0"/>
              <a:t> eu, semper arcu.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EDF326-AE52-64CE-A2A7-64F14765659A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69401" y="1727200"/>
            <a:ext cx="1944000" cy="259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7569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4BB6FF8-A259-99C6-145E-4BA9EF191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Timeline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E9CE94-266F-6EAE-B3D0-C120116AD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5E60C-42E1-4229-B6C3-7B1AE32E1817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F1FEB22-349D-F3F3-661B-E45EB2258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BE0DD3-E564-D3A5-F442-90C245C3C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451C0269-F3CD-6BF1-D711-D57CE2EE1DC6}"/>
              </a:ext>
            </a:extLst>
          </p:cNvPr>
          <p:cNvSpPr txBox="1">
            <a:spLocks/>
          </p:cNvSpPr>
          <p:nvPr/>
        </p:nvSpPr>
        <p:spPr>
          <a:xfrm>
            <a:off x="432000" y="1727200"/>
            <a:ext cx="1944000" cy="2126457"/>
          </a:xfrm>
          <a:prstGeom prst="rect">
            <a:avLst/>
          </a:prstGeom>
        </p:spPr>
        <p:txBody>
          <a:bodyPr lIns="162000" tIns="0" rIns="90000" bIns="180000">
            <a:spAutoFit/>
          </a:bodyPr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​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1400" kern="1200" cap="all" baseline="0">
                <a:solidFill>
                  <a:srgbClr val="1450F5"/>
                </a:solidFill>
                <a:latin typeface="KONE Information" panose="020B0603040000020003" pitchFamily="34" charset="-79"/>
                <a:ea typeface="+mn-ea"/>
                <a:cs typeface="KONE Information" panose="020B0603040000020003" pitchFamily="34" charset="-79"/>
              </a:defRPr>
            </a:lvl6pPr>
            <a:lvl7pPr marL="18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1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5400" kern="1200" spc="-60" baseline="0">
                <a:solidFill>
                  <a:srgbClr val="1450F5"/>
                </a:solidFill>
                <a:latin typeface="KONE Information" panose="020B0603040000020003" pitchFamily="34" charset="-79"/>
                <a:ea typeface="+mn-ea"/>
                <a:cs typeface="KONE Information" panose="020B0603040000020003" pitchFamily="34" charset="-79"/>
              </a:defRPr>
            </a:lvl9pPr>
          </a:lstStyle>
          <a:p>
            <a:pPr lvl="5"/>
            <a:r>
              <a:rPr lang="en-US" dirty="0"/>
              <a:t>2022</a:t>
            </a:r>
          </a:p>
          <a:p>
            <a:pPr lvl="6"/>
            <a:r>
              <a:rPr lang="en-US" dirty="0"/>
              <a:t>Aliquam viverra mattis ultrices.</a:t>
            </a:r>
          </a:p>
          <a:p>
            <a:pPr lvl="6"/>
            <a:r>
              <a:rPr lang="en-US" dirty="0"/>
              <a:t>Sed vulputate pulvinar bibendum. </a:t>
            </a:r>
          </a:p>
          <a:p>
            <a:pPr lvl="6"/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mauris,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imperdiet</a:t>
            </a:r>
            <a:r>
              <a:rPr lang="en-US" dirty="0"/>
              <a:t> felis vulputate sit amet.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C44F6BEC-4CA9-F696-D70B-B62C8FF5CE85}"/>
              </a:ext>
            </a:extLst>
          </p:cNvPr>
          <p:cNvSpPr txBox="1">
            <a:spLocks/>
          </p:cNvSpPr>
          <p:nvPr/>
        </p:nvSpPr>
        <p:spPr>
          <a:xfrm>
            <a:off x="3343275" y="1727200"/>
            <a:ext cx="1944000" cy="2126457"/>
          </a:xfrm>
          <a:prstGeom prst="rect">
            <a:avLst/>
          </a:prstGeom>
        </p:spPr>
        <p:txBody>
          <a:bodyPr lIns="162000" tIns="0" rIns="90000" bIns="180000">
            <a:spAutoFit/>
          </a:bodyPr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​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1400" kern="1200" cap="all" baseline="0">
                <a:solidFill>
                  <a:srgbClr val="1450F5"/>
                </a:solidFill>
                <a:latin typeface="KONE Information" panose="020B0603040000020003" pitchFamily="34" charset="-79"/>
                <a:ea typeface="+mn-ea"/>
                <a:cs typeface="KONE Information" panose="020B0603040000020003" pitchFamily="34" charset="-79"/>
              </a:defRPr>
            </a:lvl6pPr>
            <a:lvl7pPr marL="18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1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5400" kern="1200" spc="-60" baseline="0">
                <a:solidFill>
                  <a:srgbClr val="1450F5"/>
                </a:solidFill>
                <a:latin typeface="KONE Information" panose="020B0603040000020003" pitchFamily="34" charset="-79"/>
                <a:ea typeface="+mn-ea"/>
                <a:cs typeface="KONE Information" panose="020B0603040000020003" pitchFamily="34" charset="-79"/>
              </a:defRPr>
            </a:lvl9pPr>
          </a:lstStyle>
          <a:p>
            <a:pPr lvl="5"/>
            <a:r>
              <a:rPr lang="en-US" dirty="0"/>
              <a:t>2023</a:t>
            </a:r>
          </a:p>
          <a:p>
            <a:pPr lvl="6"/>
            <a:r>
              <a:rPr lang="en-US" dirty="0"/>
              <a:t>Aliquam viverra mattis ultrices.</a:t>
            </a:r>
          </a:p>
          <a:p>
            <a:pPr lvl="6"/>
            <a:r>
              <a:rPr lang="en-US" dirty="0"/>
              <a:t>Sed vulputate pulvinar bibendum. </a:t>
            </a:r>
          </a:p>
          <a:p>
            <a:pPr lvl="6"/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mauris,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imperdiet</a:t>
            </a:r>
            <a:r>
              <a:rPr lang="en-US" dirty="0"/>
              <a:t> felis vulputate sit amet.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66F27583-78B0-51EF-72EB-DCBB2B3C6242}"/>
              </a:ext>
            </a:extLst>
          </p:cNvPr>
          <p:cNvSpPr txBox="1">
            <a:spLocks/>
          </p:cNvSpPr>
          <p:nvPr/>
        </p:nvSpPr>
        <p:spPr>
          <a:xfrm>
            <a:off x="6256219" y="1727200"/>
            <a:ext cx="1944000" cy="2126457"/>
          </a:xfrm>
          <a:prstGeom prst="rect">
            <a:avLst/>
          </a:prstGeom>
        </p:spPr>
        <p:txBody>
          <a:bodyPr lIns="162000" tIns="0" rIns="90000" bIns="180000">
            <a:spAutoFit/>
          </a:bodyPr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​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1400" kern="1200" cap="all" baseline="0">
                <a:solidFill>
                  <a:srgbClr val="1450F5"/>
                </a:solidFill>
                <a:latin typeface="KONE Information" panose="020B0603040000020003" pitchFamily="34" charset="-79"/>
                <a:ea typeface="+mn-ea"/>
                <a:cs typeface="KONE Information" panose="020B0603040000020003" pitchFamily="34" charset="-79"/>
              </a:defRPr>
            </a:lvl6pPr>
            <a:lvl7pPr marL="18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1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5400" kern="1200" spc="-60" baseline="0">
                <a:solidFill>
                  <a:srgbClr val="1450F5"/>
                </a:solidFill>
                <a:latin typeface="KONE Information" panose="020B0603040000020003" pitchFamily="34" charset="-79"/>
                <a:ea typeface="+mn-ea"/>
                <a:cs typeface="KONE Information" panose="020B0603040000020003" pitchFamily="34" charset="-79"/>
              </a:defRPr>
            </a:lvl9pPr>
          </a:lstStyle>
          <a:p>
            <a:pPr lvl="5"/>
            <a:r>
              <a:rPr lang="en-US" dirty="0"/>
              <a:t>2024</a:t>
            </a:r>
          </a:p>
          <a:p>
            <a:pPr lvl="6"/>
            <a:r>
              <a:rPr lang="en-US" dirty="0"/>
              <a:t>Aliquam viverra mattis ultrices.</a:t>
            </a:r>
          </a:p>
          <a:p>
            <a:pPr lvl="6"/>
            <a:r>
              <a:rPr lang="en-US" dirty="0"/>
              <a:t>Sed vulputate pulvinar bibendum. </a:t>
            </a:r>
          </a:p>
          <a:p>
            <a:pPr lvl="6"/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mauris,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imperdiet</a:t>
            </a:r>
            <a:r>
              <a:rPr lang="en-US" dirty="0"/>
              <a:t> felis vulputate sit amet.</a:t>
            </a:r>
          </a:p>
        </p:txBody>
      </p:sp>
      <p:sp>
        <p:nvSpPr>
          <p:cNvPr id="29" name="Text Placeholder 8">
            <a:extLst>
              <a:ext uri="{FF2B5EF4-FFF2-40B4-BE49-F238E27FC236}">
                <a16:creationId xmlns:a16="http://schemas.microsoft.com/office/drawing/2014/main" id="{D89E5893-E466-80A2-AC9B-E95BE4783268}"/>
              </a:ext>
            </a:extLst>
          </p:cNvPr>
          <p:cNvSpPr txBox="1">
            <a:spLocks/>
          </p:cNvSpPr>
          <p:nvPr/>
        </p:nvSpPr>
        <p:spPr>
          <a:xfrm>
            <a:off x="9169401" y="1727200"/>
            <a:ext cx="1944000" cy="2126457"/>
          </a:xfrm>
          <a:prstGeom prst="rect">
            <a:avLst/>
          </a:prstGeom>
        </p:spPr>
        <p:txBody>
          <a:bodyPr lIns="162000" tIns="0" rIns="90000" bIns="180000">
            <a:spAutoFit/>
          </a:bodyPr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​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1400" kern="1200" cap="all" baseline="0">
                <a:solidFill>
                  <a:srgbClr val="1450F5"/>
                </a:solidFill>
                <a:latin typeface="KONE Information" panose="020B0603040000020003" pitchFamily="34" charset="-79"/>
                <a:ea typeface="+mn-ea"/>
                <a:cs typeface="KONE Information" panose="020B0603040000020003" pitchFamily="34" charset="-79"/>
              </a:defRPr>
            </a:lvl6pPr>
            <a:lvl7pPr marL="18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1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5400" kern="1200" spc="-60" baseline="0">
                <a:solidFill>
                  <a:srgbClr val="1450F5"/>
                </a:solidFill>
                <a:latin typeface="KONE Information" panose="020B0603040000020003" pitchFamily="34" charset="-79"/>
                <a:ea typeface="+mn-ea"/>
                <a:cs typeface="KONE Information" panose="020B0603040000020003" pitchFamily="34" charset="-79"/>
              </a:defRPr>
            </a:lvl9pPr>
          </a:lstStyle>
          <a:p>
            <a:pPr lvl="5"/>
            <a:r>
              <a:rPr lang="en-US" dirty="0"/>
              <a:t>2025</a:t>
            </a:r>
          </a:p>
          <a:p>
            <a:pPr lvl="6"/>
            <a:r>
              <a:rPr lang="en-US" dirty="0"/>
              <a:t>Aliquam viverra mattis ultrices.</a:t>
            </a:r>
          </a:p>
          <a:p>
            <a:pPr lvl="6"/>
            <a:r>
              <a:rPr lang="en-US" dirty="0"/>
              <a:t>Sed vulputate pulvinar bibendum. </a:t>
            </a:r>
          </a:p>
          <a:p>
            <a:pPr lvl="6"/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mauris,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imperdiet</a:t>
            </a:r>
            <a:r>
              <a:rPr lang="en-US" dirty="0"/>
              <a:t> felis vulputate sit amet.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1361806-5596-8460-AD26-7A79FF425ABB}"/>
              </a:ext>
            </a:extLst>
          </p:cNvPr>
          <p:cNvGrpSpPr/>
          <p:nvPr/>
        </p:nvGrpSpPr>
        <p:grpSpPr>
          <a:xfrm>
            <a:off x="430781" y="1727200"/>
            <a:ext cx="11761219" cy="4266800"/>
            <a:chOff x="430781" y="4752000"/>
            <a:chExt cx="11761219" cy="1242000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5A2354C-B8F7-38CD-B535-FC3E523D80A2}"/>
                </a:ext>
              </a:extLst>
            </p:cNvPr>
            <p:cNvCxnSpPr>
              <a:cxnSpLocks/>
            </p:cNvCxnSpPr>
            <p:nvPr/>
          </p:nvCxnSpPr>
          <p:spPr>
            <a:xfrm>
              <a:off x="430781" y="5994000"/>
              <a:ext cx="11761219" cy="0"/>
            </a:xfrm>
            <a:prstGeom prst="line">
              <a:avLst/>
            </a:prstGeom>
            <a:ln w="952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8CE83C8-CF3F-3D63-95EA-11BD041C3D1D}"/>
                </a:ext>
              </a:extLst>
            </p:cNvPr>
            <p:cNvCxnSpPr>
              <a:cxnSpLocks/>
            </p:cNvCxnSpPr>
            <p:nvPr/>
          </p:nvCxnSpPr>
          <p:spPr>
            <a:xfrm>
              <a:off x="430781" y="4752000"/>
              <a:ext cx="0" cy="1242000"/>
            </a:xfrm>
            <a:prstGeom prst="line">
              <a:avLst/>
            </a:prstGeom>
            <a:ln w="952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D8F21C9-3AB2-9259-8A05-03A1EFEEAD6E}"/>
                </a:ext>
              </a:extLst>
            </p:cNvPr>
            <p:cNvCxnSpPr>
              <a:cxnSpLocks/>
            </p:cNvCxnSpPr>
            <p:nvPr/>
          </p:nvCxnSpPr>
          <p:spPr>
            <a:xfrm>
              <a:off x="3343275" y="4752000"/>
              <a:ext cx="0" cy="1242000"/>
            </a:xfrm>
            <a:prstGeom prst="line">
              <a:avLst/>
            </a:prstGeom>
            <a:ln w="952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E598F43-1E29-75DD-B77E-F3270953E044}"/>
                </a:ext>
              </a:extLst>
            </p:cNvPr>
            <p:cNvCxnSpPr>
              <a:cxnSpLocks/>
            </p:cNvCxnSpPr>
            <p:nvPr/>
          </p:nvCxnSpPr>
          <p:spPr>
            <a:xfrm>
              <a:off x="6256219" y="4752000"/>
              <a:ext cx="0" cy="1242000"/>
            </a:xfrm>
            <a:prstGeom prst="line">
              <a:avLst/>
            </a:prstGeom>
            <a:ln w="952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70E1C89-E082-C77D-4BBD-C7D09F29E942}"/>
                </a:ext>
              </a:extLst>
            </p:cNvPr>
            <p:cNvCxnSpPr>
              <a:cxnSpLocks/>
            </p:cNvCxnSpPr>
            <p:nvPr/>
          </p:nvCxnSpPr>
          <p:spPr>
            <a:xfrm>
              <a:off x="9169401" y="4752000"/>
              <a:ext cx="0" cy="1242000"/>
            </a:xfrm>
            <a:prstGeom prst="line">
              <a:avLst/>
            </a:prstGeom>
            <a:ln w="952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645175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DE1183-DF9E-D05E-2707-6351F6C67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Roadmap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7DB71B-3FBC-7199-6A0E-00CB0290D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5C68F-4EB9-49BC-AC5B-34A607033605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BC43920-FDB7-E302-7813-D468C5CBC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3EA0B7-5B47-B62D-FD81-838AD6F61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15</a:t>
            </a:fld>
            <a:endParaRPr lang="en-US" dirty="0"/>
          </a:p>
        </p:txBody>
      </p:sp>
      <p:graphicFrame>
        <p:nvGraphicFramePr>
          <p:cNvPr id="8" name="Table 2">
            <a:extLst>
              <a:ext uri="{FF2B5EF4-FFF2-40B4-BE49-F238E27FC236}">
                <a16:creationId xmlns:a16="http://schemas.microsoft.com/office/drawing/2014/main" id="{73118ED4-8F44-E692-324E-74C30BDE35E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2015972"/>
              </p:ext>
            </p:extLst>
          </p:nvPr>
        </p:nvGraphicFramePr>
        <p:xfrm>
          <a:off x="432000" y="1727999"/>
          <a:ext cx="11340000" cy="4264819"/>
        </p:xfrm>
        <a:graphic>
          <a:graphicData uri="http://schemas.openxmlformats.org/drawingml/2006/table">
            <a:tbl>
              <a:tblPr bandRow="1">
                <a:tableStyleId>{69012ECD-51FC-41F1-AA8D-1B2483CD663E}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3346047773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579814551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18332416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595030939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1765079172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143045651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614275489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1832735225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555854993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957853990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3261477686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3656976902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180061639"/>
                    </a:ext>
                  </a:extLst>
                </a:gridCol>
              </a:tblGrid>
              <a:tr h="251525"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solidFill>
                          <a:schemeClr val="tx2"/>
                        </a:solidFill>
                        <a:latin typeface="+mn-lt"/>
                        <a:cs typeface="KONE Information" panose="020B0603040000020003" pitchFamily="34" charset="-79"/>
                      </a:endParaRPr>
                    </a:p>
                  </a:txBody>
                  <a:tcPr marL="72000" marR="72000" marT="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latin typeface="+mn-lt"/>
                        </a:rPr>
                        <a:t>Jan</a:t>
                      </a:r>
                    </a:p>
                  </a:txBody>
                  <a:tcPr marL="72000" marR="72000" marT="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latin typeface="+mn-lt"/>
                        </a:rPr>
                        <a:t>Feb</a:t>
                      </a:r>
                    </a:p>
                  </a:txBody>
                  <a:tcPr marL="72000" marR="72000" marT="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latin typeface="+mn-lt"/>
                        </a:rPr>
                        <a:t>Mar</a:t>
                      </a:r>
                    </a:p>
                  </a:txBody>
                  <a:tcPr marL="72000" marR="72000" marT="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latin typeface="+mn-lt"/>
                        </a:rPr>
                        <a:t>Apr</a:t>
                      </a:r>
                    </a:p>
                  </a:txBody>
                  <a:tcPr marL="72000" marR="72000" marT="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latin typeface="+mn-lt"/>
                        </a:rPr>
                        <a:t>May</a:t>
                      </a:r>
                    </a:p>
                  </a:txBody>
                  <a:tcPr marL="72000" marR="72000" marT="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latin typeface="+mn-lt"/>
                        </a:rPr>
                        <a:t>Jun</a:t>
                      </a:r>
                    </a:p>
                  </a:txBody>
                  <a:tcPr marL="72000" marR="72000" marT="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latin typeface="+mn-lt"/>
                        </a:rPr>
                        <a:t>Jul</a:t>
                      </a:r>
                    </a:p>
                  </a:txBody>
                  <a:tcPr marL="72000" marR="72000" marT="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latin typeface="+mn-lt"/>
                        </a:rPr>
                        <a:t>Aug</a:t>
                      </a:r>
                    </a:p>
                  </a:txBody>
                  <a:tcPr marL="72000" marR="72000" marT="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latin typeface="+mn-lt"/>
                        </a:rPr>
                        <a:t>Sep</a:t>
                      </a:r>
                    </a:p>
                  </a:txBody>
                  <a:tcPr marL="72000" marR="72000" marT="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latin typeface="+mn-lt"/>
                        </a:rPr>
                        <a:t>Oct</a:t>
                      </a:r>
                    </a:p>
                  </a:txBody>
                  <a:tcPr marL="72000" marR="72000" marT="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latin typeface="+mn-lt"/>
                        </a:rPr>
                        <a:t>Nov</a:t>
                      </a:r>
                    </a:p>
                  </a:txBody>
                  <a:tcPr marL="72000" marR="72000" marT="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latin typeface="+mn-lt"/>
                        </a:rPr>
                        <a:t>Dec</a:t>
                      </a:r>
                    </a:p>
                  </a:txBody>
                  <a:tcPr marL="72000" marR="72000" marT="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907308"/>
                  </a:ext>
                </a:extLst>
              </a:tr>
              <a:tr h="211226"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latin typeface="+mn-lt"/>
                        </a:rPr>
                        <a:t>Q1</a:t>
                      </a:r>
                      <a:endParaRPr lang="en-US" sz="9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r>
                        <a:rPr lang="da-DK" sz="800" dirty="0" err="1">
                          <a:solidFill>
                            <a:schemeClr val="tx1"/>
                          </a:solidFill>
                          <a:latin typeface="+mn-lt"/>
                        </a:rPr>
                        <a:t>Text</a:t>
                      </a:r>
                      <a:endParaRPr lang="da-DK" sz="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r>
                        <a:rPr lang="da-DK" sz="800" dirty="0" err="1">
                          <a:solidFill>
                            <a:schemeClr val="tx1"/>
                          </a:solidFill>
                          <a:latin typeface="+mn-lt"/>
                        </a:rPr>
                        <a:t>Text</a:t>
                      </a:r>
                      <a:endParaRPr lang="da-DK" sz="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chemeClr val="tx1"/>
                          </a:solidFill>
                          <a:latin typeface="+mn-lt"/>
                        </a:rPr>
                        <a:t>Q2</a:t>
                      </a: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latin typeface="+mn-lt"/>
                        </a:rPr>
                        <a:t>Q3</a:t>
                      </a: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latin typeface="+mn-lt"/>
                        </a:rPr>
                        <a:t>Q4</a:t>
                      </a: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955534"/>
                  </a:ext>
                </a:extLst>
              </a:tr>
              <a:tr h="211226">
                <a:tc rowSpan="3"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latin typeface="+mn-lt"/>
                        </a:rPr>
                        <a:t>Text</a:t>
                      </a: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</a:rPr>
                        <a:t>Text with background color 20% KONE Blue</a:t>
                      </a: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DCF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247063"/>
                  </a:ext>
                </a:extLst>
              </a:tr>
              <a:tr h="211226">
                <a:tc v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</a:rPr>
                        <a:t>Text</a:t>
                      </a: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DCF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DF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DF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DF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DF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D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099553"/>
                  </a:ext>
                </a:extLst>
              </a:tr>
              <a:tr h="211226">
                <a:tc v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</a:rPr>
                        <a:t>Text</a:t>
                      </a: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DCF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D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</a:rPr>
                        <a:t>Text</a:t>
                      </a: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DCF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DF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D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22888379"/>
                  </a:ext>
                </a:extLst>
              </a:tr>
              <a:tr h="211226">
                <a:tc rowSpan="3"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latin typeface="+mn-lt"/>
                        </a:rPr>
                        <a:t>Text</a:t>
                      </a: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</a:rPr>
                        <a:t>Text</a:t>
                      </a: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DCF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</a:rPr>
                        <a:t>Text</a:t>
                      </a: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DCF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D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47417593"/>
                  </a:ext>
                </a:extLst>
              </a:tr>
              <a:tr h="211226">
                <a:tc v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</a:rPr>
                        <a:t>Text</a:t>
                      </a: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DCF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</a:rPr>
                        <a:t>Text</a:t>
                      </a: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DCF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9491803"/>
                  </a:ext>
                </a:extLst>
              </a:tr>
              <a:tr h="211226">
                <a:tc v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</a:rPr>
                        <a:t>Text</a:t>
                      </a: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DCF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DF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</a:rPr>
                        <a:t>Text</a:t>
                      </a: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DCFD">
                        <a:alpha val="9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DF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DF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</a:rPr>
                        <a:t>Text</a:t>
                      </a: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DCF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D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15198929"/>
                  </a:ext>
                </a:extLst>
              </a:tr>
              <a:tr h="211226">
                <a:tc rowSpan="3"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latin typeface="+mn-lt"/>
                        </a:rPr>
                        <a:t>Text</a:t>
                      </a: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</a:rPr>
                        <a:t>Text</a:t>
                      </a: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DCF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59446785"/>
                  </a:ext>
                </a:extLst>
              </a:tr>
              <a:tr h="211226">
                <a:tc v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0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</a:rPr>
                        <a:t>Text</a:t>
                      </a: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DCF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6258344"/>
                  </a:ext>
                </a:extLst>
              </a:tr>
              <a:tr h="211226">
                <a:tc v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</a:rPr>
                        <a:t>Text</a:t>
                      </a: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DCF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86636818"/>
                  </a:ext>
                </a:extLst>
              </a:tr>
              <a:tr h="211226">
                <a:tc rowSpan="3"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latin typeface="+mn-lt"/>
                        </a:rPr>
                        <a:t>Text</a:t>
                      </a: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</a:rPr>
                        <a:t>Text</a:t>
                      </a: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DCF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</a:rPr>
                        <a:t>Text</a:t>
                      </a: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DCF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95103546"/>
                  </a:ext>
                </a:extLst>
              </a:tr>
              <a:tr h="211226">
                <a:tc v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</a:rPr>
                        <a:t>Text</a:t>
                      </a: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DCF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</a:rPr>
                        <a:t>Text</a:t>
                      </a: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DCF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33292310"/>
                  </a:ext>
                </a:extLst>
              </a:tr>
              <a:tr h="211226">
                <a:tc v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9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</a:rPr>
                        <a:t>Text</a:t>
                      </a: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DCF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DF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DF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DF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DF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DF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DF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DF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D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67988654"/>
                  </a:ext>
                </a:extLst>
              </a:tr>
              <a:tr h="211226">
                <a:tc rowSpan="3"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latin typeface="+mn-lt"/>
                        </a:rPr>
                        <a:t>Text</a:t>
                      </a: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</a:rPr>
                        <a:t>Text</a:t>
                      </a: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DCF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</a:rPr>
                        <a:t>Text</a:t>
                      </a: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DCF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DF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DF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DF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D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55493650"/>
                  </a:ext>
                </a:extLst>
              </a:tr>
              <a:tr h="211226">
                <a:tc v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</a:rPr>
                        <a:t>Text</a:t>
                      </a: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DCF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41090300"/>
                  </a:ext>
                </a:extLst>
              </a:tr>
              <a:tr h="211226">
                <a:tc v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</a:rPr>
                        <a:t>Text</a:t>
                      </a: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DCF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</a:rPr>
                        <a:t>Text</a:t>
                      </a: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DCF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61527153"/>
                  </a:ext>
                </a:extLst>
              </a:tr>
              <a:tr h="211226">
                <a:tc rowSpan="3"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latin typeface="+mn-lt"/>
                        </a:rPr>
                        <a:t>Text</a:t>
                      </a: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9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</a:rPr>
                        <a:t>Text</a:t>
                      </a: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DCF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22666527"/>
                  </a:ext>
                </a:extLst>
              </a:tr>
              <a:tr h="211226">
                <a:tc v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</a:rPr>
                        <a:t>Text</a:t>
                      </a: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DC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</a:rPr>
                        <a:t>Text</a:t>
                      </a: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DCF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00562318"/>
                  </a:ext>
                </a:extLst>
              </a:tr>
              <a:tr h="211226">
                <a:tc v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</a:rPr>
                        <a:t>Text</a:t>
                      </a: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DCF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da-DK" sz="8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dirty="0"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542193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21278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" name="Table 35">
            <a:extLst>
              <a:ext uri="{FF2B5EF4-FFF2-40B4-BE49-F238E27FC236}">
                <a16:creationId xmlns:a16="http://schemas.microsoft.com/office/drawing/2014/main" id="{A932CA58-7E02-1727-9C59-A09F8C283B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34109160"/>
              </p:ext>
            </p:extLst>
          </p:nvPr>
        </p:nvGraphicFramePr>
        <p:xfrm>
          <a:off x="4314419" y="1457325"/>
          <a:ext cx="7444192" cy="410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3456">
                  <a:extLst>
                    <a:ext uri="{9D8B030D-6E8A-4147-A177-3AD203B41FA5}">
                      <a16:colId xmlns:a16="http://schemas.microsoft.com/office/drawing/2014/main" val="2558767806"/>
                    </a:ext>
                  </a:extLst>
                </a:gridCol>
                <a:gridCol w="1063456">
                  <a:extLst>
                    <a:ext uri="{9D8B030D-6E8A-4147-A177-3AD203B41FA5}">
                      <a16:colId xmlns:a16="http://schemas.microsoft.com/office/drawing/2014/main" val="2423160375"/>
                    </a:ext>
                  </a:extLst>
                </a:gridCol>
                <a:gridCol w="1063456">
                  <a:extLst>
                    <a:ext uri="{9D8B030D-6E8A-4147-A177-3AD203B41FA5}">
                      <a16:colId xmlns:a16="http://schemas.microsoft.com/office/drawing/2014/main" val="3369592744"/>
                    </a:ext>
                  </a:extLst>
                </a:gridCol>
                <a:gridCol w="1063456">
                  <a:extLst>
                    <a:ext uri="{9D8B030D-6E8A-4147-A177-3AD203B41FA5}">
                      <a16:colId xmlns:a16="http://schemas.microsoft.com/office/drawing/2014/main" val="179693127"/>
                    </a:ext>
                  </a:extLst>
                </a:gridCol>
                <a:gridCol w="1063456">
                  <a:extLst>
                    <a:ext uri="{9D8B030D-6E8A-4147-A177-3AD203B41FA5}">
                      <a16:colId xmlns:a16="http://schemas.microsoft.com/office/drawing/2014/main" val="1207032453"/>
                    </a:ext>
                  </a:extLst>
                </a:gridCol>
                <a:gridCol w="1063456">
                  <a:extLst>
                    <a:ext uri="{9D8B030D-6E8A-4147-A177-3AD203B41FA5}">
                      <a16:colId xmlns:a16="http://schemas.microsoft.com/office/drawing/2014/main" val="1901112454"/>
                    </a:ext>
                  </a:extLst>
                </a:gridCol>
                <a:gridCol w="1063456">
                  <a:extLst>
                    <a:ext uri="{9D8B030D-6E8A-4147-A177-3AD203B41FA5}">
                      <a16:colId xmlns:a16="http://schemas.microsoft.com/office/drawing/2014/main" val="30397298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Week 1</a:t>
                      </a:r>
                    </a:p>
                  </a:txBody>
                  <a:tcPr marL="72000" marR="72000" marT="36000" marB="36000" anchor="ctr"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Week 2</a:t>
                      </a: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Week 3</a:t>
                      </a: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Week 4</a:t>
                      </a: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Week 5</a:t>
                      </a: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Week 6</a:t>
                      </a: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Week 7</a:t>
                      </a: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703194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marL="72000" marR="72000" marT="36000" marB="36000"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607068709"/>
                  </a:ext>
                </a:extLst>
              </a:tr>
              <a:tr h="252000">
                <a:tc gridSpan="3"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Text here</a:t>
                      </a:r>
                    </a:p>
                  </a:txBody>
                  <a:tcPr marL="72000" marR="72000" marT="36000" marB="36000" anchor="ctr"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0DCF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700" dirty="0"/>
                    </a:p>
                  </a:txBody>
                  <a:tcPr marL="72000" marR="72000" marT="36000" marB="36000">
                    <a:solidFill>
                      <a:srgbClr val="D0DCF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700" dirty="0"/>
                    </a:p>
                  </a:txBody>
                  <a:tcPr marL="72000" marR="72000" marT="36000" marB="36000">
                    <a:solidFill>
                      <a:srgbClr val="D0DCFD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Text here</a:t>
                      </a: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0DCF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da-DK" sz="700" dirty="0" err="1"/>
                        <a:t>Text</a:t>
                      </a:r>
                      <a:r>
                        <a:rPr lang="da-DK" sz="700" dirty="0"/>
                        <a:t> </a:t>
                      </a:r>
                      <a:r>
                        <a:rPr lang="da-DK" sz="700" dirty="0" err="1"/>
                        <a:t>here</a:t>
                      </a:r>
                      <a:endParaRPr lang="da-DK" sz="700" dirty="0"/>
                    </a:p>
                  </a:txBody>
                  <a:tcPr marL="72000" marR="72000" marT="36000" marB="36000" anchor="ctr">
                    <a:solidFill>
                      <a:srgbClr val="D0DCF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700" dirty="0"/>
                    </a:p>
                  </a:txBody>
                  <a:tcPr marL="72000" marR="72000" marT="36000" marB="36000" anchor="ctr">
                    <a:solidFill>
                      <a:srgbClr val="D0D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67807072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46447565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Text here</a:t>
                      </a: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0DCF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700" dirty="0"/>
                    </a:p>
                  </a:txBody>
                  <a:tcPr marL="72000" marR="72000" marT="36000" marB="36000" anchor="ctr">
                    <a:solidFill>
                      <a:srgbClr val="D0D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26605503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01011106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Text here</a:t>
                      </a: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0D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Text here</a:t>
                      </a: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D0DC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529595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78659887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Text here</a:t>
                      </a: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0DCF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700" dirty="0"/>
                    </a:p>
                  </a:txBody>
                  <a:tcPr marL="72000" marR="72000" marT="36000" marB="36000" anchor="ctr">
                    <a:solidFill>
                      <a:srgbClr val="D0D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35057605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25252629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Text here</a:t>
                      </a: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0DCF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7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0D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51940138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65440779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94984667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20372610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8932676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942481443"/>
                  </a:ext>
                </a:extLst>
              </a:tr>
            </a:tbl>
          </a:graphicData>
        </a:graphic>
      </p:graphicFrame>
      <p:pic>
        <p:nvPicPr>
          <p:cNvPr id="8" name="Picture 7" descr="Graphical user interface&#10;&#10;Description automatically generated with medium confidence" hidden="1">
            <a:extLst>
              <a:ext uri="{FF2B5EF4-FFF2-40B4-BE49-F238E27FC236}">
                <a16:creationId xmlns:a16="http://schemas.microsoft.com/office/drawing/2014/main" id="{AC303513-8984-00C1-2CAA-AC026B1A0AE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861824"/>
            <a:ext cx="12192000" cy="5130989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A419E9B7-F235-8350-5601-3E073BDB5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timeline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95DD17A-BB6F-64C4-26FC-AB66BEF6C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FE227C-37EC-4F8D-4E41-25AE28C16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A9F82-20DC-4C56-BCC9-F4387696761D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7FFED2-4EE6-013F-A3DF-0BC2B9A4B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16</a:t>
            </a:fld>
            <a:endParaRPr lang="en-US" dirty="0"/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5132A6E5-E3AE-9C8B-F839-9A571B3AF3DC}"/>
              </a:ext>
            </a:extLst>
          </p:cNvPr>
          <p:cNvGrpSpPr/>
          <p:nvPr/>
        </p:nvGrpSpPr>
        <p:grpSpPr>
          <a:xfrm>
            <a:off x="6532602" y="4299924"/>
            <a:ext cx="973377" cy="1692888"/>
            <a:chOff x="6532602" y="4299924"/>
            <a:chExt cx="973377" cy="1692888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826E085-141C-8756-DE6D-B9F45AFDC4E7}"/>
                </a:ext>
              </a:extLst>
            </p:cNvPr>
            <p:cNvSpPr txBox="1"/>
            <p:nvPr/>
          </p:nvSpPr>
          <p:spPr>
            <a:xfrm>
              <a:off x="6532602" y="5561013"/>
              <a:ext cx="973377" cy="431799"/>
            </a:xfrm>
            <a:prstGeom prst="rect">
              <a:avLst/>
            </a:prstGeom>
            <a:noFill/>
          </p:spPr>
          <p:txBody>
            <a:bodyPr wrap="square" lIns="0" tIns="108000" rIns="0" bIns="0" rtlCol="0" anchor="t" anchorCtr="0">
              <a:noAutofit/>
            </a:bodyPr>
            <a:lstStyle/>
            <a:p>
              <a:pPr marL="0" indent="0" algn="ctr" defTabSz="914400" rtl="0" eaLnBrk="1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300"/>
                </a:spcAft>
                <a:buFontTx/>
                <a:buNone/>
              </a:pPr>
              <a:r>
                <a:rPr lang="en-US" sz="800" kern="1200" dirty="0">
                  <a:latin typeface="+mn-lt"/>
                  <a:ea typeface="+mn-ea"/>
                  <a:cs typeface="+mn-cs"/>
                </a:rPr>
                <a:t>Text here</a:t>
              </a:r>
            </a:p>
          </p:txBody>
        </p: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A416DE42-5804-D5E4-FC76-7923CCACEA02}"/>
                </a:ext>
              </a:extLst>
            </p:cNvPr>
            <p:cNvCxnSpPr>
              <a:cxnSpLocks/>
              <a:stCxn id="2" idx="0"/>
            </p:cNvCxnSpPr>
            <p:nvPr/>
          </p:nvCxnSpPr>
          <p:spPr>
            <a:xfrm flipH="1" flipV="1">
              <a:off x="7019290" y="4299924"/>
              <a:ext cx="1" cy="1261089"/>
            </a:xfrm>
            <a:prstGeom prst="line">
              <a:avLst/>
            </a:prstGeom>
            <a:ln w="9525">
              <a:solidFill>
                <a:schemeClr val="accent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0953FB64-4C6E-BE46-2299-5206ABD0418B}"/>
              </a:ext>
            </a:extLst>
          </p:cNvPr>
          <p:cNvGrpSpPr/>
          <p:nvPr/>
        </p:nvGrpSpPr>
        <p:grpSpPr>
          <a:xfrm>
            <a:off x="4312993" y="2282400"/>
            <a:ext cx="973377" cy="3710412"/>
            <a:chOff x="4312993" y="2282400"/>
            <a:chExt cx="973377" cy="3710412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B7764931-B28F-8843-2040-182E9DAFBA48}"/>
                </a:ext>
              </a:extLst>
            </p:cNvPr>
            <p:cNvCxnSpPr>
              <a:cxnSpLocks/>
              <a:stCxn id="34" idx="0"/>
            </p:cNvCxnSpPr>
            <p:nvPr/>
          </p:nvCxnSpPr>
          <p:spPr>
            <a:xfrm flipV="1">
              <a:off x="4799682" y="2282400"/>
              <a:ext cx="0" cy="3278613"/>
            </a:xfrm>
            <a:prstGeom prst="line">
              <a:avLst/>
            </a:prstGeom>
            <a:ln w="9525">
              <a:solidFill>
                <a:schemeClr val="accent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059E669-2453-2E38-ABE0-B02C635C603B}"/>
                </a:ext>
              </a:extLst>
            </p:cNvPr>
            <p:cNvSpPr txBox="1"/>
            <p:nvPr/>
          </p:nvSpPr>
          <p:spPr>
            <a:xfrm>
              <a:off x="4312993" y="5561013"/>
              <a:ext cx="973377" cy="431799"/>
            </a:xfrm>
            <a:prstGeom prst="rect">
              <a:avLst/>
            </a:prstGeom>
            <a:noFill/>
          </p:spPr>
          <p:txBody>
            <a:bodyPr wrap="square" lIns="0" tIns="108000" rIns="0" bIns="0" rtlCol="0" anchor="t" anchorCtr="0">
              <a:noAutofit/>
            </a:bodyPr>
            <a:lstStyle/>
            <a:p>
              <a:pPr marL="0" indent="0" algn="ctr" defTabSz="914400" rtl="0" eaLnBrk="1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300"/>
                </a:spcAft>
                <a:buFontTx/>
                <a:buNone/>
              </a:pPr>
              <a:r>
                <a:rPr lang="en-US" sz="800" kern="1200" dirty="0">
                  <a:latin typeface="+mn-lt"/>
                  <a:ea typeface="+mn-ea"/>
                  <a:cs typeface="+mn-cs"/>
                </a:rPr>
                <a:t>Text here</a:t>
              </a: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4D271385-FC1B-B85D-9B86-91F479A12148}"/>
              </a:ext>
            </a:extLst>
          </p:cNvPr>
          <p:cNvGrpSpPr/>
          <p:nvPr/>
        </p:nvGrpSpPr>
        <p:grpSpPr>
          <a:xfrm>
            <a:off x="7595444" y="2788079"/>
            <a:ext cx="973377" cy="3204733"/>
            <a:chOff x="7595444" y="2788079"/>
            <a:chExt cx="973377" cy="3204733"/>
          </a:xfrm>
        </p:grpSpPr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F13A8D84-A6F5-2669-4471-814E0D417681}"/>
                </a:ext>
              </a:extLst>
            </p:cNvPr>
            <p:cNvCxnSpPr>
              <a:cxnSpLocks/>
              <a:stCxn id="38" idx="0"/>
            </p:cNvCxnSpPr>
            <p:nvPr/>
          </p:nvCxnSpPr>
          <p:spPr>
            <a:xfrm flipV="1">
              <a:off x="8082133" y="2788079"/>
              <a:ext cx="0" cy="2772934"/>
            </a:xfrm>
            <a:prstGeom prst="line">
              <a:avLst/>
            </a:prstGeom>
            <a:ln w="9525">
              <a:solidFill>
                <a:schemeClr val="accent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7112851-A14C-5760-5A54-2D35B1A20DD2}"/>
                </a:ext>
              </a:extLst>
            </p:cNvPr>
            <p:cNvSpPr txBox="1"/>
            <p:nvPr/>
          </p:nvSpPr>
          <p:spPr>
            <a:xfrm>
              <a:off x="7595444" y="5561013"/>
              <a:ext cx="973377" cy="431799"/>
            </a:xfrm>
            <a:prstGeom prst="rect">
              <a:avLst/>
            </a:prstGeom>
            <a:noFill/>
          </p:spPr>
          <p:txBody>
            <a:bodyPr wrap="square" lIns="0" tIns="108000" rIns="0" bIns="0" rtlCol="0" anchor="t" anchorCtr="0">
              <a:noAutofit/>
            </a:bodyPr>
            <a:lstStyle/>
            <a:p>
              <a:pPr marL="0" indent="0" algn="ctr" defTabSz="914400" rtl="0" eaLnBrk="1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300"/>
                </a:spcAft>
                <a:buFontTx/>
                <a:buNone/>
              </a:pPr>
              <a:r>
                <a:rPr lang="en-US" sz="800" kern="1200" dirty="0">
                  <a:latin typeface="+mn-lt"/>
                  <a:ea typeface="+mn-ea"/>
                  <a:cs typeface="+mn-cs"/>
                </a:rPr>
                <a:t>Text here</a:t>
              </a:r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67D348AC-BD72-1C72-F217-BA007D09A8A2}"/>
              </a:ext>
            </a:extLst>
          </p:cNvPr>
          <p:cNvGrpSpPr/>
          <p:nvPr/>
        </p:nvGrpSpPr>
        <p:grpSpPr>
          <a:xfrm>
            <a:off x="9717671" y="3795713"/>
            <a:ext cx="973377" cy="2197099"/>
            <a:chOff x="9717671" y="3795713"/>
            <a:chExt cx="973377" cy="2197099"/>
          </a:xfrm>
        </p:grpSpPr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9C6529DC-8595-47DA-92D9-35B9A182D8B3}"/>
                </a:ext>
              </a:extLst>
            </p:cNvPr>
            <p:cNvCxnSpPr>
              <a:cxnSpLocks/>
              <a:stCxn id="42" idx="0"/>
            </p:cNvCxnSpPr>
            <p:nvPr/>
          </p:nvCxnSpPr>
          <p:spPr>
            <a:xfrm flipV="1">
              <a:off x="10204360" y="3795713"/>
              <a:ext cx="0" cy="1765300"/>
            </a:xfrm>
            <a:prstGeom prst="line">
              <a:avLst/>
            </a:prstGeom>
            <a:ln w="9525">
              <a:solidFill>
                <a:schemeClr val="accent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ECE8457E-C66C-36A2-1B2E-2D1447C125C8}"/>
                </a:ext>
              </a:extLst>
            </p:cNvPr>
            <p:cNvSpPr txBox="1"/>
            <p:nvPr/>
          </p:nvSpPr>
          <p:spPr>
            <a:xfrm>
              <a:off x="9717671" y="5561013"/>
              <a:ext cx="973377" cy="431799"/>
            </a:xfrm>
            <a:prstGeom prst="rect">
              <a:avLst/>
            </a:prstGeom>
            <a:noFill/>
          </p:spPr>
          <p:txBody>
            <a:bodyPr wrap="square" lIns="0" tIns="108000" rIns="0" bIns="0" rtlCol="0" anchor="t" anchorCtr="0">
              <a:noAutofit/>
            </a:bodyPr>
            <a:lstStyle/>
            <a:p>
              <a:pPr marL="0" indent="0" algn="ctr" defTabSz="914400" rtl="0" eaLnBrk="1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300"/>
                </a:spcAft>
                <a:buFontTx/>
                <a:buNone/>
              </a:pPr>
              <a:r>
                <a:rPr lang="en-US" sz="800" kern="1200" dirty="0">
                  <a:latin typeface="+mn-lt"/>
                  <a:ea typeface="+mn-ea"/>
                  <a:cs typeface="+mn-cs"/>
                </a:rPr>
                <a:t>Text here</a:t>
              </a: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0560C945-A182-C37E-B00A-4249B826CA12}"/>
              </a:ext>
            </a:extLst>
          </p:cNvPr>
          <p:cNvGrpSpPr/>
          <p:nvPr/>
        </p:nvGrpSpPr>
        <p:grpSpPr>
          <a:xfrm>
            <a:off x="10743593" y="3290888"/>
            <a:ext cx="973377" cy="2701924"/>
            <a:chOff x="10743593" y="3290888"/>
            <a:chExt cx="973377" cy="2701924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3672FF6-1666-CBCA-6EFB-6FD8985F180C}"/>
                </a:ext>
              </a:extLst>
            </p:cNvPr>
            <p:cNvSpPr txBox="1"/>
            <p:nvPr/>
          </p:nvSpPr>
          <p:spPr>
            <a:xfrm>
              <a:off x="10743593" y="5561013"/>
              <a:ext cx="973377" cy="431799"/>
            </a:xfrm>
            <a:prstGeom prst="rect">
              <a:avLst/>
            </a:prstGeom>
            <a:noFill/>
          </p:spPr>
          <p:txBody>
            <a:bodyPr wrap="square" lIns="0" tIns="108000" rIns="0" bIns="0" rtlCol="0" anchor="t" anchorCtr="0">
              <a:noAutofit/>
            </a:bodyPr>
            <a:lstStyle/>
            <a:p>
              <a:pPr marL="0" indent="0" algn="ctr" defTabSz="914400" rtl="0" eaLnBrk="1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300"/>
                </a:spcAft>
                <a:buFontTx/>
                <a:buNone/>
              </a:pPr>
              <a:r>
                <a:rPr lang="en-US" sz="800" kern="1200" dirty="0">
                  <a:latin typeface="+mn-lt"/>
                  <a:ea typeface="+mn-ea"/>
                  <a:cs typeface="+mn-cs"/>
                </a:rPr>
                <a:t>Text here</a:t>
              </a:r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B65D7652-F2C1-A4E9-7070-7283AF38FCE5}"/>
                </a:ext>
              </a:extLst>
            </p:cNvPr>
            <p:cNvCxnSpPr>
              <a:cxnSpLocks/>
              <a:stCxn id="46" idx="0"/>
            </p:cNvCxnSpPr>
            <p:nvPr/>
          </p:nvCxnSpPr>
          <p:spPr>
            <a:xfrm flipV="1">
              <a:off x="11230282" y="3290888"/>
              <a:ext cx="0" cy="2270125"/>
            </a:xfrm>
            <a:prstGeom prst="line">
              <a:avLst/>
            </a:prstGeom>
            <a:ln w="9525">
              <a:solidFill>
                <a:schemeClr val="accent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7443A5-DBFD-F065-C528-DEAF9F663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6161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hidden="1">
            <a:extLst>
              <a:ext uri="{FF2B5EF4-FFF2-40B4-BE49-F238E27FC236}">
                <a16:creationId xmlns:a16="http://schemas.microsoft.com/office/drawing/2014/main" id="{1E7EEFF0-7061-AFCF-D85F-01805C25A43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200" y="860400"/>
            <a:ext cx="12192000" cy="513098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83B1315-872E-19FA-0B16-2D55DE3E4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E5E1975-73D9-FA46-0ED5-260E6E254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A03E6F-C79E-A360-FED8-F592632EE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62913-7B11-4D65-8E50-6A39FA178CF5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0E9D3D-FB04-F5E8-3031-9832706B6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17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0A52E46-DB43-F4F6-7757-AAFAACA137B4}"/>
              </a:ext>
            </a:extLst>
          </p:cNvPr>
          <p:cNvGrpSpPr>
            <a:grpSpLocks/>
          </p:cNvGrpSpPr>
          <p:nvPr/>
        </p:nvGrpSpPr>
        <p:grpSpPr>
          <a:xfrm>
            <a:off x="4314825" y="-651022"/>
            <a:ext cx="7444192" cy="358442"/>
            <a:chOff x="4314825" y="-651022"/>
            <a:chExt cx="7444192" cy="358442"/>
          </a:xfrm>
          <a:noFill/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FE25C8B-A049-A7F7-30D9-1DE1DCFB83BB}"/>
                </a:ext>
              </a:extLst>
            </p:cNvPr>
            <p:cNvSpPr>
              <a:spLocks/>
            </p:cNvSpPr>
            <p:nvPr/>
          </p:nvSpPr>
          <p:spPr>
            <a:xfrm>
              <a:off x="4314825" y="-651022"/>
              <a:ext cx="1062000" cy="35844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>
                <a:lnSpc>
                  <a:spcPct val="110000"/>
                </a:lnSpc>
              </a:pPr>
              <a:endParaRPr lang="en-US" sz="1400" noProof="0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D6F99F6-EFC6-65B0-7F25-7644DE400311}"/>
                </a:ext>
              </a:extLst>
            </p:cNvPr>
            <p:cNvSpPr>
              <a:spLocks/>
            </p:cNvSpPr>
            <p:nvPr/>
          </p:nvSpPr>
          <p:spPr>
            <a:xfrm>
              <a:off x="6442223" y="-651022"/>
              <a:ext cx="1062000" cy="35844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>
                <a:lnSpc>
                  <a:spcPct val="110000"/>
                </a:lnSpc>
              </a:pPr>
              <a:endParaRPr lang="en-US" sz="1400" noProof="0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74A1879-8612-9456-136F-A34FBDDFD33F}"/>
                </a:ext>
              </a:extLst>
            </p:cNvPr>
            <p:cNvSpPr>
              <a:spLocks/>
            </p:cNvSpPr>
            <p:nvPr/>
          </p:nvSpPr>
          <p:spPr>
            <a:xfrm>
              <a:off x="8569621" y="-651022"/>
              <a:ext cx="1062000" cy="35844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>
                <a:lnSpc>
                  <a:spcPct val="110000"/>
                </a:lnSpc>
              </a:pPr>
              <a:endParaRPr lang="en-US" sz="1400" noProof="0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93737FE-6B13-571F-7802-050D931F7672}"/>
                </a:ext>
              </a:extLst>
            </p:cNvPr>
            <p:cNvSpPr>
              <a:spLocks/>
            </p:cNvSpPr>
            <p:nvPr/>
          </p:nvSpPr>
          <p:spPr>
            <a:xfrm>
              <a:off x="10697017" y="-651022"/>
              <a:ext cx="1062000" cy="35844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>
                <a:lnSpc>
                  <a:spcPct val="110000"/>
                </a:lnSpc>
              </a:pPr>
              <a:endParaRPr lang="en-US" sz="1400" noProof="0" dirty="0"/>
            </a:p>
          </p:txBody>
        </p:sp>
      </p:grpSp>
      <p:graphicFrame>
        <p:nvGraphicFramePr>
          <p:cNvPr id="56" name="Table 35">
            <a:extLst>
              <a:ext uri="{FF2B5EF4-FFF2-40B4-BE49-F238E27FC236}">
                <a16:creationId xmlns:a16="http://schemas.microsoft.com/office/drawing/2014/main" id="{35CD3481-D809-B287-E6BD-2507FB52496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3709579"/>
              </p:ext>
            </p:extLst>
          </p:nvPr>
        </p:nvGraphicFramePr>
        <p:xfrm>
          <a:off x="4314825" y="2429703"/>
          <a:ext cx="7444192" cy="59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3456">
                  <a:extLst>
                    <a:ext uri="{9D8B030D-6E8A-4147-A177-3AD203B41FA5}">
                      <a16:colId xmlns:a16="http://schemas.microsoft.com/office/drawing/2014/main" val="2558767806"/>
                    </a:ext>
                  </a:extLst>
                </a:gridCol>
                <a:gridCol w="1063456">
                  <a:extLst>
                    <a:ext uri="{9D8B030D-6E8A-4147-A177-3AD203B41FA5}">
                      <a16:colId xmlns:a16="http://schemas.microsoft.com/office/drawing/2014/main" val="2423160375"/>
                    </a:ext>
                  </a:extLst>
                </a:gridCol>
                <a:gridCol w="1063456">
                  <a:extLst>
                    <a:ext uri="{9D8B030D-6E8A-4147-A177-3AD203B41FA5}">
                      <a16:colId xmlns:a16="http://schemas.microsoft.com/office/drawing/2014/main" val="3369592744"/>
                    </a:ext>
                  </a:extLst>
                </a:gridCol>
                <a:gridCol w="1063456">
                  <a:extLst>
                    <a:ext uri="{9D8B030D-6E8A-4147-A177-3AD203B41FA5}">
                      <a16:colId xmlns:a16="http://schemas.microsoft.com/office/drawing/2014/main" val="179693127"/>
                    </a:ext>
                  </a:extLst>
                </a:gridCol>
                <a:gridCol w="1063456">
                  <a:extLst>
                    <a:ext uri="{9D8B030D-6E8A-4147-A177-3AD203B41FA5}">
                      <a16:colId xmlns:a16="http://schemas.microsoft.com/office/drawing/2014/main" val="1207032453"/>
                    </a:ext>
                  </a:extLst>
                </a:gridCol>
                <a:gridCol w="1063456">
                  <a:extLst>
                    <a:ext uri="{9D8B030D-6E8A-4147-A177-3AD203B41FA5}">
                      <a16:colId xmlns:a16="http://schemas.microsoft.com/office/drawing/2014/main" val="1901112454"/>
                    </a:ext>
                  </a:extLst>
                </a:gridCol>
                <a:gridCol w="1063456">
                  <a:extLst>
                    <a:ext uri="{9D8B030D-6E8A-4147-A177-3AD203B41FA5}">
                      <a16:colId xmlns:a16="http://schemas.microsoft.com/office/drawing/2014/main" val="303972985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Q4</a:t>
                      </a:r>
                    </a:p>
                  </a:txBody>
                  <a:tcPr marL="72000" marR="72000" marT="0" marB="36000"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Q1</a:t>
                      </a:r>
                    </a:p>
                  </a:txBody>
                  <a:tcPr marL="72000" marR="72000" marT="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Q2</a:t>
                      </a:r>
                    </a:p>
                  </a:txBody>
                  <a:tcPr marL="72000" marR="72000" marT="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5199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82182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79118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Oct</a:t>
                      </a:r>
                    </a:p>
                  </a:txBody>
                  <a:tcPr marL="72000" marR="72000" marT="0" marB="36000"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Nov</a:t>
                      </a:r>
                    </a:p>
                  </a:txBody>
                  <a:tcPr marL="72000" marR="72000" marT="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Dec</a:t>
                      </a:r>
                    </a:p>
                  </a:txBody>
                  <a:tcPr marL="72000" marR="72000" marT="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Jan</a:t>
                      </a:r>
                    </a:p>
                  </a:txBody>
                  <a:tcPr marL="72000" marR="72000" marT="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Feb</a:t>
                      </a:r>
                    </a:p>
                  </a:txBody>
                  <a:tcPr marL="72000" marR="72000" marT="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Mar</a:t>
                      </a:r>
                    </a:p>
                  </a:txBody>
                  <a:tcPr marL="72000" marR="72000" marT="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Apr</a:t>
                      </a:r>
                    </a:p>
                  </a:txBody>
                  <a:tcPr marL="72000" marR="72000" marT="0" marB="36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7031946"/>
                  </a:ext>
                </a:extLst>
              </a:tr>
            </a:tbl>
          </a:graphicData>
        </a:graphic>
      </p:graphicFrame>
      <p:grpSp>
        <p:nvGrpSpPr>
          <p:cNvPr id="57" name="Group 56">
            <a:extLst>
              <a:ext uri="{FF2B5EF4-FFF2-40B4-BE49-F238E27FC236}">
                <a16:creationId xmlns:a16="http://schemas.microsoft.com/office/drawing/2014/main" id="{7352D9DE-CE75-4781-B554-077093F92D7D}"/>
              </a:ext>
            </a:extLst>
          </p:cNvPr>
          <p:cNvGrpSpPr/>
          <p:nvPr/>
        </p:nvGrpSpPr>
        <p:grpSpPr>
          <a:xfrm>
            <a:off x="4314825" y="3035965"/>
            <a:ext cx="1062000" cy="1076199"/>
            <a:chOff x="4281718" y="4916613"/>
            <a:chExt cx="973382" cy="1076199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39256D96-F483-7C33-B073-068DD73894A1}"/>
                </a:ext>
              </a:extLst>
            </p:cNvPr>
            <p:cNvSpPr txBox="1"/>
            <p:nvPr/>
          </p:nvSpPr>
          <p:spPr>
            <a:xfrm>
              <a:off x="4281718" y="5561013"/>
              <a:ext cx="973382" cy="431799"/>
            </a:xfrm>
            <a:prstGeom prst="rect">
              <a:avLst/>
            </a:prstGeom>
            <a:noFill/>
          </p:spPr>
          <p:txBody>
            <a:bodyPr wrap="square" lIns="0" tIns="108000" rIns="0" bIns="0" rtlCol="0" anchor="t" anchorCtr="0">
              <a:noAutofit/>
            </a:bodyPr>
            <a:lstStyle/>
            <a:p>
              <a:pPr marL="0" indent="0" algn="ctr" defTabSz="914400" rtl="0" eaLnBrk="1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300"/>
                </a:spcAft>
                <a:buFontTx/>
                <a:buNone/>
              </a:pPr>
              <a:r>
                <a:rPr lang="en-US" sz="800" kern="1200" dirty="0">
                  <a:latin typeface="+mn-lt"/>
                  <a:ea typeface="+mn-ea"/>
                  <a:cs typeface="+mn-cs"/>
                </a:rPr>
                <a:t>Text here</a:t>
              </a:r>
            </a:p>
          </p:txBody>
        </p: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9EC13B20-F360-5D21-A026-DE3593CA4D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9684" y="4916613"/>
              <a:ext cx="0" cy="644400"/>
            </a:xfrm>
            <a:prstGeom prst="line">
              <a:avLst/>
            </a:prstGeom>
            <a:ln w="12700">
              <a:solidFill>
                <a:schemeClr val="accent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7E40A32B-3DE0-9464-BE80-50AA088CEF14}"/>
              </a:ext>
            </a:extLst>
          </p:cNvPr>
          <p:cNvGrpSpPr/>
          <p:nvPr/>
        </p:nvGrpSpPr>
        <p:grpSpPr>
          <a:xfrm>
            <a:off x="5377754" y="3035965"/>
            <a:ext cx="1062000" cy="1400098"/>
            <a:chOff x="4312993" y="4916613"/>
            <a:chExt cx="973382" cy="1400098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1AAEDDB-AD1E-7ED0-7FE0-116F2E198DFE}"/>
                </a:ext>
              </a:extLst>
            </p:cNvPr>
            <p:cNvSpPr txBox="1"/>
            <p:nvPr/>
          </p:nvSpPr>
          <p:spPr>
            <a:xfrm>
              <a:off x="4312993" y="5884912"/>
              <a:ext cx="973382" cy="431799"/>
            </a:xfrm>
            <a:prstGeom prst="rect">
              <a:avLst/>
            </a:prstGeom>
            <a:noFill/>
          </p:spPr>
          <p:txBody>
            <a:bodyPr wrap="square" lIns="0" tIns="108000" rIns="0" bIns="0" rtlCol="0" anchor="t" anchorCtr="0">
              <a:noAutofit/>
            </a:bodyPr>
            <a:lstStyle/>
            <a:p>
              <a:pPr marL="0" indent="0" algn="ctr" defTabSz="914400" rtl="0" eaLnBrk="1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300"/>
                </a:spcAft>
                <a:buFontTx/>
                <a:buNone/>
              </a:pPr>
              <a:r>
                <a:rPr lang="en-US" sz="800" kern="1200" dirty="0">
                  <a:latin typeface="+mn-lt"/>
                  <a:ea typeface="+mn-ea"/>
                  <a:cs typeface="+mn-cs"/>
                </a:rPr>
                <a:t>Text here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0D11B9D0-FBA0-F9CB-42C5-05B1951392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9684" y="4916613"/>
              <a:ext cx="0" cy="968400"/>
            </a:xfrm>
            <a:prstGeom prst="line">
              <a:avLst/>
            </a:prstGeom>
            <a:ln w="12700">
              <a:solidFill>
                <a:schemeClr val="accent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3FAB4BA9-8377-2C5D-86E8-654312ED2226}"/>
              </a:ext>
            </a:extLst>
          </p:cNvPr>
          <p:cNvGrpSpPr/>
          <p:nvPr/>
        </p:nvGrpSpPr>
        <p:grpSpPr>
          <a:xfrm>
            <a:off x="6440683" y="3035965"/>
            <a:ext cx="1062000" cy="1076199"/>
            <a:chOff x="4312993" y="4916613"/>
            <a:chExt cx="973382" cy="1076199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8D7116D8-C9F0-301F-2E29-16CA16066407}"/>
                </a:ext>
              </a:extLst>
            </p:cNvPr>
            <p:cNvSpPr txBox="1"/>
            <p:nvPr/>
          </p:nvSpPr>
          <p:spPr>
            <a:xfrm>
              <a:off x="4312993" y="5561013"/>
              <a:ext cx="973382" cy="431799"/>
            </a:xfrm>
            <a:prstGeom prst="rect">
              <a:avLst/>
            </a:prstGeom>
            <a:noFill/>
          </p:spPr>
          <p:txBody>
            <a:bodyPr wrap="square" lIns="0" tIns="108000" rIns="0" bIns="0" rtlCol="0" anchor="t" anchorCtr="0">
              <a:noAutofit/>
            </a:bodyPr>
            <a:lstStyle/>
            <a:p>
              <a:pPr marL="0" indent="0" algn="ctr" defTabSz="914400" rtl="0" eaLnBrk="1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300"/>
                </a:spcAft>
                <a:buFontTx/>
                <a:buNone/>
              </a:pPr>
              <a:r>
                <a:rPr lang="en-US" sz="800" kern="1200" dirty="0">
                  <a:latin typeface="+mn-lt"/>
                  <a:ea typeface="+mn-ea"/>
                  <a:cs typeface="+mn-cs"/>
                </a:rPr>
                <a:t>Text here</a:t>
              </a:r>
            </a:p>
          </p:txBody>
        </p: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902DCBA6-154D-2B02-EDF8-2D4CFEF2E8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9684" y="4916613"/>
              <a:ext cx="0" cy="644400"/>
            </a:xfrm>
            <a:prstGeom prst="line">
              <a:avLst/>
            </a:prstGeom>
            <a:ln w="12700">
              <a:solidFill>
                <a:schemeClr val="accent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FB569949-2F55-8187-4259-5F6171306D5F}"/>
              </a:ext>
            </a:extLst>
          </p:cNvPr>
          <p:cNvGrpSpPr/>
          <p:nvPr/>
        </p:nvGrpSpPr>
        <p:grpSpPr>
          <a:xfrm>
            <a:off x="7503612" y="3035965"/>
            <a:ext cx="1062000" cy="1400098"/>
            <a:chOff x="4312993" y="4916613"/>
            <a:chExt cx="973382" cy="1400098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84A9B893-178F-838F-700B-36700CE71A0D}"/>
                </a:ext>
              </a:extLst>
            </p:cNvPr>
            <p:cNvSpPr txBox="1"/>
            <p:nvPr/>
          </p:nvSpPr>
          <p:spPr>
            <a:xfrm>
              <a:off x="4312993" y="5884912"/>
              <a:ext cx="973382" cy="431799"/>
            </a:xfrm>
            <a:prstGeom prst="rect">
              <a:avLst/>
            </a:prstGeom>
            <a:noFill/>
          </p:spPr>
          <p:txBody>
            <a:bodyPr wrap="square" lIns="0" tIns="108000" rIns="0" bIns="0" rtlCol="0" anchor="t" anchorCtr="0">
              <a:noAutofit/>
            </a:bodyPr>
            <a:lstStyle/>
            <a:p>
              <a:pPr marL="0" indent="0" algn="ctr" defTabSz="914400" rtl="0" eaLnBrk="1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300"/>
                </a:spcAft>
                <a:buFontTx/>
                <a:buNone/>
              </a:pPr>
              <a:r>
                <a:rPr lang="en-US" sz="800" kern="1200" dirty="0">
                  <a:latin typeface="+mn-lt"/>
                  <a:ea typeface="+mn-ea"/>
                  <a:cs typeface="+mn-cs"/>
                </a:rPr>
                <a:t>Text here</a:t>
              </a:r>
            </a:p>
          </p:txBody>
        </p: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78CE2A77-9759-730F-6E5C-D126A07EC5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9684" y="4916613"/>
              <a:ext cx="0" cy="968400"/>
            </a:xfrm>
            <a:prstGeom prst="line">
              <a:avLst/>
            </a:prstGeom>
            <a:ln w="12700">
              <a:solidFill>
                <a:schemeClr val="accent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4E9BB7D4-F124-93DA-438D-B01EFDB5FE60}"/>
              </a:ext>
            </a:extLst>
          </p:cNvPr>
          <p:cNvGrpSpPr/>
          <p:nvPr/>
        </p:nvGrpSpPr>
        <p:grpSpPr>
          <a:xfrm>
            <a:off x="8566541" y="3035965"/>
            <a:ext cx="1062000" cy="1076199"/>
            <a:chOff x="4312993" y="4916613"/>
            <a:chExt cx="973382" cy="1076199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AAFA6B6A-C203-0F65-A413-1E5AEE4FC292}"/>
                </a:ext>
              </a:extLst>
            </p:cNvPr>
            <p:cNvSpPr txBox="1"/>
            <p:nvPr/>
          </p:nvSpPr>
          <p:spPr>
            <a:xfrm>
              <a:off x="4312993" y="5561013"/>
              <a:ext cx="973382" cy="431799"/>
            </a:xfrm>
            <a:prstGeom prst="rect">
              <a:avLst/>
            </a:prstGeom>
            <a:noFill/>
          </p:spPr>
          <p:txBody>
            <a:bodyPr wrap="square" lIns="0" tIns="108000" rIns="0" bIns="0" rtlCol="0" anchor="t" anchorCtr="0">
              <a:noAutofit/>
            </a:bodyPr>
            <a:lstStyle/>
            <a:p>
              <a:pPr marL="0" indent="0" algn="ctr" defTabSz="914400" rtl="0" eaLnBrk="1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300"/>
                </a:spcAft>
                <a:buFontTx/>
                <a:buNone/>
              </a:pPr>
              <a:r>
                <a:rPr lang="en-US" sz="800" kern="1200" dirty="0">
                  <a:latin typeface="+mn-lt"/>
                  <a:ea typeface="+mn-ea"/>
                  <a:cs typeface="+mn-cs"/>
                </a:rPr>
                <a:t>Text here</a:t>
              </a:r>
            </a:p>
          </p:txBody>
        </p: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B4406178-4FC2-3A0C-EB28-36B8DB6099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9684" y="4916613"/>
              <a:ext cx="0" cy="644400"/>
            </a:xfrm>
            <a:prstGeom prst="line">
              <a:avLst/>
            </a:prstGeom>
            <a:ln w="12700">
              <a:solidFill>
                <a:schemeClr val="accent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307D049A-6483-1BCC-042E-05C1EABF184E}"/>
              </a:ext>
            </a:extLst>
          </p:cNvPr>
          <p:cNvGrpSpPr/>
          <p:nvPr/>
        </p:nvGrpSpPr>
        <p:grpSpPr>
          <a:xfrm>
            <a:off x="9629470" y="3035965"/>
            <a:ext cx="1062000" cy="1400098"/>
            <a:chOff x="4312993" y="4916613"/>
            <a:chExt cx="973382" cy="1400098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254ED161-8801-9AB9-9CFF-782865297BEA}"/>
                </a:ext>
              </a:extLst>
            </p:cNvPr>
            <p:cNvSpPr txBox="1"/>
            <p:nvPr/>
          </p:nvSpPr>
          <p:spPr>
            <a:xfrm>
              <a:off x="4312993" y="5884912"/>
              <a:ext cx="973382" cy="431799"/>
            </a:xfrm>
            <a:prstGeom prst="rect">
              <a:avLst/>
            </a:prstGeom>
            <a:noFill/>
          </p:spPr>
          <p:txBody>
            <a:bodyPr wrap="square" lIns="0" tIns="108000" rIns="0" bIns="0" rtlCol="0" anchor="t" anchorCtr="0">
              <a:noAutofit/>
            </a:bodyPr>
            <a:lstStyle/>
            <a:p>
              <a:pPr marL="0" indent="0" algn="ctr" defTabSz="914400" rtl="0" eaLnBrk="1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300"/>
                </a:spcAft>
                <a:buFontTx/>
                <a:buNone/>
              </a:pPr>
              <a:r>
                <a:rPr lang="en-US" sz="800" kern="1200" dirty="0">
                  <a:latin typeface="+mn-lt"/>
                  <a:ea typeface="+mn-ea"/>
                  <a:cs typeface="+mn-cs"/>
                </a:rPr>
                <a:t>Text here</a:t>
              </a:r>
            </a:p>
          </p:txBody>
        </p: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76D62CE9-9E1D-6A82-7C37-0E512A4E0B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9684" y="4916613"/>
              <a:ext cx="0" cy="968400"/>
            </a:xfrm>
            <a:prstGeom prst="line">
              <a:avLst/>
            </a:prstGeom>
            <a:ln w="12700">
              <a:solidFill>
                <a:schemeClr val="accent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A8C681AF-1C80-289A-DF47-B3072D05C765}"/>
              </a:ext>
            </a:extLst>
          </p:cNvPr>
          <p:cNvGrpSpPr/>
          <p:nvPr/>
        </p:nvGrpSpPr>
        <p:grpSpPr>
          <a:xfrm>
            <a:off x="10692397" y="3035965"/>
            <a:ext cx="1062000" cy="1076199"/>
            <a:chOff x="4312993" y="4916613"/>
            <a:chExt cx="973382" cy="1076199"/>
          </a:xfrm>
        </p:grpSpPr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1DC8BA10-7F64-CFCE-C3A5-C4F240D467A1}"/>
                </a:ext>
              </a:extLst>
            </p:cNvPr>
            <p:cNvSpPr txBox="1"/>
            <p:nvPr/>
          </p:nvSpPr>
          <p:spPr>
            <a:xfrm>
              <a:off x="4312993" y="5561013"/>
              <a:ext cx="973382" cy="431799"/>
            </a:xfrm>
            <a:prstGeom prst="rect">
              <a:avLst/>
            </a:prstGeom>
            <a:noFill/>
          </p:spPr>
          <p:txBody>
            <a:bodyPr wrap="square" lIns="0" tIns="108000" rIns="0" bIns="0" rtlCol="0" anchor="t" anchorCtr="0">
              <a:noAutofit/>
            </a:bodyPr>
            <a:lstStyle/>
            <a:p>
              <a:pPr marL="0" indent="0" algn="ctr" defTabSz="914400" rtl="0" eaLnBrk="1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300"/>
                </a:spcAft>
                <a:buFontTx/>
                <a:buNone/>
              </a:pPr>
              <a:r>
                <a:rPr lang="en-US" sz="800" kern="1200" dirty="0">
                  <a:latin typeface="+mn-lt"/>
                  <a:ea typeface="+mn-ea"/>
                  <a:cs typeface="+mn-cs"/>
                </a:rPr>
                <a:t>Text here</a:t>
              </a:r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E86B3D5B-0C27-1D3F-8DAB-51EE055AD7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9684" y="4916613"/>
              <a:ext cx="0" cy="644400"/>
            </a:xfrm>
            <a:prstGeom prst="line">
              <a:avLst/>
            </a:prstGeom>
            <a:ln w="12700">
              <a:solidFill>
                <a:schemeClr val="accent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C25FF4D1-4E1F-9B34-F23D-DE9F45C5683F}"/>
              </a:ext>
            </a:extLst>
          </p:cNvPr>
          <p:cNvGrpSpPr/>
          <p:nvPr/>
        </p:nvGrpSpPr>
        <p:grpSpPr>
          <a:xfrm>
            <a:off x="7344588" y="1292555"/>
            <a:ext cx="1062000" cy="1410617"/>
            <a:chOff x="7045982" y="1771991"/>
            <a:chExt cx="1062000" cy="1410617"/>
          </a:xfrm>
        </p:grpSpPr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03056F43-9D43-00DB-2DB3-DFF208E2EA99}"/>
                </a:ext>
              </a:extLst>
            </p:cNvPr>
            <p:cNvSpPr txBox="1"/>
            <p:nvPr/>
          </p:nvSpPr>
          <p:spPr>
            <a:xfrm>
              <a:off x="7045982" y="1771991"/>
              <a:ext cx="1062000" cy="431799"/>
            </a:xfrm>
            <a:prstGeom prst="rect">
              <a:avLst/>
            </a:prstGeom>
            <a:noFill/>
          </p:spPr>
          <p:txBody>
            <a:bodyPr wrap="square" lIns="0" tIns="0" rIns="0" bIns="108000" rtlCol="0" anchor="b" anchorCtr="0">
              <a:noAutofit/>
            </a:bodyPr>
            <a:lstStyle/>
            <a:p>
              <a:pPr marL="0" indent="0" algn="ctr" defTabSz="914400" rtl="0" eaLnBrk="1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300"/>
                </a:spcAft>
                <a:buFontTx/>
                <a:buNone/>
              </a:pPr>
              <a:r>
                <a:rPr lang="en-US" sz="1100" kern="1200" dirty="0">
                  <a:latin typeface="+mn-lt"/>
                  <a:ea typeface="+mn-ea"/>
                  <a:cs typeface="+mn-cs"/>
                </a:rPr>
                <a:t>Text here</a:t>
              </a:r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09711F76-4F1D-1F8D-CE2A-0A9819E815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76982" y="2214208"/>
              <a:ext cx="0" cy="968400"/>
            </a:xfrm>
            <a:prstGeom prst="line">
              <a:avLst/>
            </a:prstGeom>
            <a:ln w="12700">
              <a:solidFill>
                <a:schemeClr val="accent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7529FAA6-313F-258F-FF53-8BF0A49F2FA8}"/>
              </a:ext>
            </a:extLst>
          </p:cNvPr>
          <p:cNvGrpSpPr/>
          <p:nvPr/>
        </p:nvGrpSpPr>
        <p:grpSpPr>
          <a:xfrm>
            <a:off x="5908754" y="1626973"/>
            <a:ext cx="1062000" cy="1076199"/>
            <a:chOff x="5838867" y="2106409"/>
            <a:chExt cx="1062000" cy="1076199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3C382AAB-EE89-DEBC-D2BE-225C18141A55}"/>
                </a:ext>
              </a:extLst>
            </p:cNvPr>
            <p:cNvSpPr txBox="1"/>
            <p:nvPr/>
          </p:nvSpPr>
          <p:spPr>
            <a:xfrm>
              <a:off x="5838867" y="2106409"/>
              <a:ext cx="1062000" cy="431799"/>
            </a:xfrm>
            <a:prstGeom prst="rect">
              <a:avLst/>
            </a:prstGeom>
            <a:noFill/>
          </p:spPr>
          <p:txBody>
            <a:bodyPr wrap="square" lIns="0" tIns="0" rIns="0" bIns="108000" rtlCol="0" anchor="b" anchorCtr="0">
              <a:noAutofit/>
            </a:bodyPr>
            <a:lstStyle/>
            <a:p>
              <a:pPr marL="0" indent="0" algn="ctr" defTabSz="914400" rtl="0" eaLnBrk="1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300"/>
                </a:spcAft>
                <a:buFontTx/>
                <a:buNone/>
              </a:pPr>
              <a:r>
                <a:rPr lang="en-US" sz="800" kern="1200" dirty="0">
                  <a:latin typeface="+mn-lt"/>
                  <a:ea typeface="+mn-ea"/>
                  <a:cs typeface="+mn-cs"/>
                </a:rPr>
                <a:t>Text here</a:t>
              </a:r>
            </a:p>
          </p:txBody>
        </p: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FBF6D5CC-A860-DD43-9D4A-2E7A667D9F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9867" y="2538208"/>
              <a:ext cx="0" cy="644400"/>
            </a:xfrm>
            <a:prstGeom prst="line">
              <a:avLst/>
            </a:prstGeom>
            <a:ln w="12700">
              <a:solidFill>
                <a:schemeClr val="accent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7FA6EE55-9DD1-43F9-D157-F2FAF4E1236C}"/>
              </a:ext>
            </a:extLst>
          </p:cNvPr>
          <p:cNvGrpSpPr/>
          <p:nvPr/>
        </p:nvGrpSpPr>
        <p:grpSpPr>
          <a:xfrm>
            <a:off x="8033683" y="1626973"/>
            <a:ext cx="1062000" cy="1076199"/>
            <a:chOff x="5838867" y="2106409"/>
            <a:chExt cx="1062000" cy="1076199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9BA6CB67-B7C3-C80E-F520-7BCFF92D1EF5}"/>
                </a:ext>
              </a:extLst>
            </p:cNvPr>
            <p:cNvSpPr txBox="1"/>
            <p:nvPr/>
          </p:nvSpPr>
          <p:spPr>
            <a:xfrm>
              <a:off x="5838867" y="2106409"/>
              <a:ext cx="1062000" cy="431799"/>
            </a:xfrm>
            <a:prstGeom prst="rect">
              <a:avLst/>
            </a:prstGeom>
            <a:noFill/>
          </p:spPr>
          <p:txBody>
            <a:bodyPr wrap="square" lIns="0" tIns="0" rIns="0" bIns="108000" rtlCol="0" anchor="b" anchorCtr="0">
              <a:noAutofit/>
            </a:bodyPr>
            <a:lstStyle/>
            <a:p>
              <a:pPr marL="0" indent="0" algn="ctr" defTabSz="914400" rtl="0" eaLnBrk="1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300"/>
                </a:spcAft>
                <a:buFontTx/>
                <a:buNone/>
              </a:pPr>
              <a:r>
                <a:rPr lang="en-US" sz="800" kern="1200" dirty="0">
                  <a:latin typeface="+mn-lt"/>
                  <a:ea typeface="+mn-ea"/>
                  <a:cs typeface="+mn-cs"/>
                </a:rPr>
                <a:t>Text here</a:t>
              </a:r>
            </a:p>
          </p:txBody>
        </p: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A85ACF02-0F64-C43D-0634-451F65BE42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9867" y="2538208"/>
              <a:ext cx="0" cy="644400"/>
            </a:xfrm>
            <a:prstGeom prst="line">
              <a:avLst/>
            </a:prstGeom>
            <a:ln w="12700">
              <a:solidFill>
                <a:schemeClr val="accent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ADDE5FD-DC8B-2293-E3D5-2481ED20B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80734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723BEC23-1E44-4F51-8270-C01C55A00A66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" b="3"/>
          <a:stretch/>
        </p:blipFill>
        <p:spPr/>
      </p:pic>
      <p:sp>
        <p:nvSpPr>
          <p:cNvPr id="12" name="Pladsholder til tekst 11">
            <a:extLst>
              <a:ext uri="{FF2B5EF4-FFF2-40B4-BE49-F238E27FC236}">
                <a16:creationId xmlns:a16="http://schemas.microsoft.com/office/drawing/2014/main" id="{9C3211A2-9966-B94F-D51A-292D944FB0E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9098846-AD28-7B4E-2624-5CD036235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863600"/>
            <a:ext cx="3329295" cy="863600"/>
          </a:xfrm>
        </p:spPr>
        <p:txBody>
          <a:bodyPr/>
          <a:lstStyle/>
          <a:p>
            <a:r>
              <a:rPr lang="en-US" dirty="0"/>
              <a:t>Value proposition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2809887-2579-42BA-3B63-1F2EEFBD380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2000" y="1727200"/>
            <a:ext cx="2587425" cy="4265613"/>
          </a:xfrm>
        </p:spPr>
        <p:txBody>
          <a:bodyPr/>
          <a:lstStyle/>
          <a:p>
            <a:pPr lvl="8"/>
            <a:r>
              <a:rPr lang="en-US" dirty="0"/>
              <a:t>PRODUCT NAME</a:t>
            </a:r>
          </a:p>
          <a:p>
            <a:pPr lvl="5"/>
            <a:r>
              <a:rPr lang="en-US" dirty="0"/>
              <a:t>Aliquam viverra mattis ultrices. Sed vulputate pulvinar bibendum.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mauris,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imperdiet</a:t>
            </a:r>
            <a:r>
              <a:rPr lang="en-US" dirty="0"/>
              <a:t> felis vulputate sit amet.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F93BFE-5FAC-7553-4CA5-2D8756B94E64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76838A51-D744-434D-A749-1789E1F26C25}" type="datetime3">
              <a:rPr lang="en-US" smtClean="0"/>
              <a:pPr/>
              <a:t>17 May 2023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3641D5-E8DF-735B-9DD8-6B3BF9E12326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A6C4D1-2BCD-2383-CA5F-0550F306CFC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7754880-C9CF-1377-066D-A6E941DA741B}"/>
              </a:ext>
            </a:extLst>
          </p:cNvPr>
          <p:cNvSpPr/>
          <p:nvPr/>
        </p:nvSpPr>
        <p:spPr>
          <a:xfrm>
            <a:off x="2047876" y="3568839"/>
            <a:ext cx="338719" cy="338719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US" noProof="0" dirty="0">
                <a:solidFill>
                  <a:schemeClr val="tx2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rPr>
              <a:t>1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63E2CBF-010B-BA88-FCF5-2FF17FA9D1E5}"/>
              </a:ext>
            </a:extLst>
          </p:cNvPr>
          <p:cNvCxnSpPr>
            <a:cxnSpLocks/>
            <a:stCxn id="18" idx="6"/>
          </p:cNvCxnSpPr>
          <p:nvPr/>
        </p:nvCxnSpPr>
        <p:spPr>
          <a:xfrm>
            <a:off x="2386595" y="3738199"/>
            <a:ext cx="2365879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6FEA546D-F4E4-2E75-DE4E-F67A6FE0DFEB}"/>
              </a:ext>
            </a:extLst>
          </p:cNvPr>
          <p:cNvSpPr/>
          <p:nvPr/>
        </p:nvSpPr>
        <p:spPr>
          <a:xfrm>
            <a:off x="427833" y="4917251"/>
            <a:ext cx="338719" cy="338719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US" noProof="0" dirty="0">
                <a:solidFill>
                  <a:schemeClr val="tx2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rPr>
              <a:t>2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C33A873-1CF4-48AB-A349-FAAAA8DB66A1}"/>
              </a:ext>
            </a:extLst>
          </p:cNvPr>
          <p:cNvCxnSpPr>
            <a:cxnSpLocks/>
            <a:stCxn id="21" idx="6"/>
          </p:cNvCxnSpPr>
          <p:nvPr/>
        </p:nvCxnSpPr>
        <p:spPr>
          <a:xfrm flipV="1">
            <a:off x="766552" y="5086610"/>
            <a:ext cx="3985922" cy="1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4DF45706-0F00-34DA-5439-61E5AC0D8E44}"/>
              </a:ext>
            </a:extLst>
          </p:cNvPr>
          <p:cNvSpPr/>
          <p:nvPr/>
        </p:nvSpPr>
        <p:spPr>
          <a:xfrm>
            <a:off x="7227888" y="2320390"/>
            <a:ext cx="338719" cy="338719"/>
          </a:xfrm>
          <a:prstGeom prst="ellipse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rPr>
              <a:t>3</a:t>
            </a:r>
            <a:endParaRPr lang="en-US" noProof="0" dirty="0" err="1">
              <a:solidFill>
                <a:schemeClr val="tx2"/>
              </a:solidFill>
              <a:latin typeface="KONE Information" panose="020B0603040000020003" pitchFamily="34" charset="-79"/>
              <a:cs typeface="KONE Information" panose="020B0603040000020003" pitchFamily="34" charset="-79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9DD804D-5DF2-46DE-E4F4-79E10EF860FE}"/>
              </a:ext>
            </a:extLst>
          </p:cNvPr>
          <p:cNvCxnSpPr>
            <a:cxnSpLocks/>
            <a:stCxn id="24" idx="6"/>
          </p:cNvCxnSpPr>
          <p:nvPr/>
        </p:nvCxnSpPr>
        <p:spPr>
          <a:xfrm>
            <a:off x="7566607" y="2489750"/>
            <a:ext cx="2574343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46181D33-9D01-5F5C-372E-B42D835EEC48}"/>
              </a:ext>
            </a:extLst>
          </p:cNvPr>
          <p:cNvSpPr/>
          <p:nvPr/>
        </p:nvSpPr>
        <p:spPr>
          <a:xfrm>
            <a:off x="7227888" y="4231539"/>
            <a:ext cx="338719" cy="338719"/>
          </a:xfrm>
          <a:prstGeom prst="ellipse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rPr>
              <a:t>4</a:t>
            </a:r>
            <a:endParaRPr lang="en-US" noProof="0" dirty="0" err="1">
              <a:solidFill>
                <a:schemeClr val="tx2"/>
              </a:solidFill>
              <a:latin typeface="KONE Information" panose="020B0603040000020003" pitchFamily="34" charset="-79"/>
              <a:cs typeface="KONE Information" panose="020B0603040000020003" pitchFamily="34" charset="-79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2652DC2-78C6-86DB-0342-F2A008F9EF0C}"/>
              </a:ext>
            </a:extLst>
          </p:cNvPr>
          <p:cNvCxnSpPr>
            <a:cxnSpLocks/>
            <a:stCxn id="27" idx="2"/>
          </p:cNvCxnSpPr>
          <p:nvPr/>
        </p:nvCxnSpPr>
        <p:spPr>
          <a:xfrm flipH="1">
            <a:off x="6096000" y="4400899"/>
            <a:ext cx="1131888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335C578A-9B40-02BF-9190-75A31844E50B}"/>
              </a:ext>
            </a:extLst>
          </p:cNvPr>
          <p:cNvSpPr txBox="1">
            <a:spLocks/>
          </p:cNvSpPr>
          <p:nvPr/>
        </p:nvSpPr>
        <p:spPr>
          <a:xfrm>
            <a:off x="432000" y="5370220"/>
            <a:ext cx="1620000" cy="635110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​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1400" kern="1200" cap="all" baseline="0">
                <a:solidFill>
                  <a:srgbClr val="1450F5"/>
                </a:solidFill>
                <a:latin typeface="KONE Information" panose="020B0603040000020003" pitchFamily="34" charset="-79"/>
                <a:ea typeface="+mn-ea"/>
                <a:cs typeface="KONE Information" panose="020B0603040000020003" pitchFamily="34" charset="-79"/>
              </a:defRPr>
            </a:lvl6pPr>
            <a:lvl7pPr marL="18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1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5400" kern="1200" spc="-60" baseline="0">
                <a:solidFill>
                  <a:srgbClr val="1450F5"/>
                </a:solidFill>
                <a:latin typeface="KONE Information" panose="020B0603040000020003" pitchFamily="34" charset="-79"/>
                <a:ea typeface="+mn-ea"/>
                <a:cs typeface="KONE Information" panose="020B0603040000020003" pitchFamily="34" charset="-79"/>
              </a:defRPr>
            </a:lvl9pPr>
          </a:lstStyle>
          <a:p>
            <a:pPr lvl="4"/>
            <a:r>
              <a:rPr lang="en-US" dirty="0"/>
              <a:t>Vestibulum </a:t>
            </a:r>
          </a:p>
          <a:p>
            <a:pPr lvl="6">
              <a:buClr>
                <a:srgbClr val="1450F5"/>
              </a:buClr>
            </a:pP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mauris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A56D8002-A731-F86E-6502-F015BEB11DDE}"/>
              </a:ext>
            </a:extLst>
          </p:cNvPr>
          <p:cNvSpPr txBox="1">
            <a:spLocks/>
          </p:cNvSpPr>
          <p:nvPr/>
        </p:nvSpPr>
        <p:spPr>
          <a:xfrm>
            <a:off x="2047877" y="4004291"/>
            <a:ext cx="1620000" cy="635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​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1400" kern="1200" cap="all" baseline="0">
                <a:solidFill>
                  <a:srgbClr val="1450F5"/>
                </a:solidFill>
                <a:latin typeface="KONE Information" panose="020B0603040000020003" pitchFamily="34" charset="-79"/>
                <a:ea typeface="+mn-ea"/>
                <a:cs typeface="KONE Information" panose="020B0603040000020003" pitchFamily="34" charset="-79"/>
              </a:defRPr>
            </a:lvl6pPr>
            <a:lvl7pPr marL="18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1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5400" kern="1200" spc="-60" baseline="0">
                <a:solidFill>
                  <a:srgbClr val="1450F5"/>
                </a:solidFill>
                <a:latin typeface="KONE Information" panose="020B0603040000020003" pitchFamily="34" charset="-79"/>
                <a:ea typeface="+mn-ea"/>
                <a:cs typeface="KONE Information" panose="020B0603040000020003" pitchFamily="34" charset="-79"/>
              </a:defRPr>
            </a:lvl9pPr>
          </a:lstStyle>
          <a:p>
            <a:pPr lvl="4"/>
            <a:r>
              <a:rPr lang="en-US" dirty="0"/>
              <a:t>Vestibulum </a:t>
            </a:r>
          </a:p>
          <a:p>
            <a:pPr lvl="6">
              <a:buClr>
                <a:srgbClr val="1450F5"/>
              </a:buClr>
            </a:pP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mauris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C0338150-B4C8-7C4E-52CB-B0F2D046ABD7}"/>
              </a:ext>
            </a:extLst>
          </p:cNvPr>
          <p:cNvSpPr txBox="1">
            <a:spLocks/>
          </p:cNvSpPr>
          <p:nvPr/>
        </p:nvSpPr>
        <p:spPr>
          <a:xfrm>
            <a:off x="7227889" y="2755842"/>
            <a:ext cx="1620000" cy="7120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​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1400" kern="1200" cap="all" baseline="0">
                <a:solidFill>
                  <a:srgbClr val="1450F5"/>
                </a:solidFill>
                <a:latin typeface="KONE Information" panose="020B0603040000020003" pitchFamily="34" charset="-79"/>
                <a:ea typeface="+mn-ea"/>
                <a:cs typeface="KONE Information" panose="020B0603040000020003" pitchFamily="34" charset="-79"/>
              </a:defRPr>
            </a:lvl6pPr>
            <a:lvl7pPr marL="18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1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5400" kern="1200" spc="-60" baseline="0">
                <a:solidFill>
                  <a:srgbClr val="1450F5"/>
                </a:solidFill>
                <a:latin typeface="KONE Information" panose="020B0603040000020003" pitchFamily="34" charset="-79"/>
                <a:ea typeface="+mn-ea"/>
                <a:cs typeface="KONE Information" panose="020B0603040000020003" pitchFamily="34" charset="-79"/>
              </a:defRPr>
            </a:lvl9pPr>
          </a:lstStyle>
          <a:p>
            <a:pPr lvl="4"/>
            <a:r>
              <a:rPr lang="en-US" dirty="0"/>
              <a:t>Vestibulum </a:t>
            </a:r>
          </a:p>
          <a:p>
            <a:pPr lvl="6">
              <a:buClr>
                <a:srgbClr val="1450F5"/>
              </a:buClr>
            </a:pPr>
            <a:r>
              <a:rPr lang="en-US" dirty="0"/>
              <a:t>Dignissim nec</a:t>
            </a:r>
          </a:p>
          <a:p>
            <a:pPr lvl="6">
              <a:buClr>
                <a:srgbClr val="1450F5"/>
              </a:buClr>
            </a:pPr>
            <a:r>
              <a:rPr lang="en-US" dirty="0" err="1"/>
              <a:t>Lacus</a:t>
            </a:r>
            <a:r>
              <a:rPr lang="en-US" dirty="0"/>
              <a:t> ac suscipit</a:t>
            </a:r>
          </a:p>
        </p:txBody>
      </p:sp>
      <p:sp>
        <p:nvSpPr>
          <p:cNvPr id="37" name="Text Placeholder 13">
            <a:extLst>
              <a:ext uri="{FF2B5EF4-FFF2-40B4-BE49-F238E27FC236}">
                <a16:creationId xmlns:a16="http://schemas.microsoft.com/office/drawing/2014/main" id="{B16300CB-60FB-4064-98C4-4CA195F2A008}"/>
              </a:ext>
            </a:extLst>
          </p:cNvPr>
          <p:cNvSpPr txBox="1">
            <a:spLocks/>
          </p:cNvSpPr>
          <p:nvPr/>
        </p:nvSpPr>
        <p:spPr>
          <a:xfrm>
            <a:off x="7227889" y="4666991"/>
            <a:ext cx="1620000" cy="89825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​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1400" kern="1200" cap="all" baseline="0">
                <a:solidFill>
                  <a:srgbClr val="1450F5"/>
                </a:solidFill>
                <a:latin typeface="KONE Information" panose="020B0603040000020003" pitchFamily="34" charset="-79"/>
                <a:ea typeface="+mn-ea"/>
                <a:cs typeface="KONE Information" panose="020B0603040000020003" pitchFamily="34" charset="-79"/>
              </a:defRPr>
            </a:lvl6pPr>
            <a:lvl7pPr marL="180000" indent="-18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1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5400" kern="1200" spc="-60" baseline="0">
                <a:solidFill>
                  <a:srgbClr val="1450F5"/>
                </a:solidFill>
                <a:latin typeface="KONE Information" panose="020B0603040000020003" pitchFamily="34" charset="-79"/>
                <a:ea typeface="+mn-ea"/>
                <a:cs typeface="KONE Information" panose="020B0603040000020003" pitchFamily="34" charset="-79"/>
              </a:defRPr>
            </a:lvl9pPr>
          </a:lstStyle>
          <a:p>
            <a:pPr lvl="4"/>
            <a:r>
              <a:rPr lang="en-US" dirty="0"/>
              <a:t>Donec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orci</a:t>
            </a:r>
            <a:endParaRPr lang="en-US" dirty="0"/>
          </a:p>
          <a:p>
            <a:pPr lvl="6">
              <a:buClr>
                <a:srgbClr val="1450F5"/>
              </a:buClr>
            </a:pPr>
            <a:r>
              <a:rPr lang="en-US" dirty="0"/>
              <a:t>Lobortis</a:t>
            </a:r>
          </a:p>
          <a:p>
            <a:pPr lvl="6">
              <a:buClr>
                <a:srgbClr val="1450F5"/>
              </a:buClr>
            </a:pPr>
            <a:r>
              <a:rPr lang="en-US" dirty="0"/>
              <a:t>Curabitur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pretium</a:t>
            </a:r>
            <a:r>
              <a:rPr lang="en-US" dirty="0"/>
              <a:t> ex.</a:t>
            </a:r>
          </a:p>
        </p:txBody>
      </p:sp>
    </p:spTree>
    <p:extLst>
      <p:ext uri="{BB962C8B-B14F-4D97-AF65-F5344CB8AC3E}">
        <p14:creationId xmlns:p14="http://schemas.microsoft.com/office/powerpoint/2010/main" val="30539441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076DA14F-1E20-64D2-EF35-7675C95D8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KONE icons</a:t>
            </a:r>
            <a:br>
              <a:rPr lang="en-US" dirty="0"/>
            </a:br>
            <a:r>
              <a:rPr lang="en-US" dirty="0"/>
              <a:t>For more information and material: </a:t>
            </a:r>
            <a:r>
              <a:rPr lang="en-US" dirty="0">
                <a:hlinkClick r:id="rId2"/>
              </a:rPr>
              <a:t>brandbook.kone.com</a:t>
            </a:r>
            <a:br>
              <a:rPr lang="en-US" dirty="0"/>
            </a:b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7A5C49-5410-429A-F0EE-752ABAF44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D5E70-07C1-4AD3-AB4E-44BDBAA5EA35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B0F089-76A7-F630-B805-FB39A4477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CC83E1-1901-0BBF-1CA1-FCEAEA94B21C}"/>
              </a:ext>
            </a:extLst>
          </p:cNvPr>
          <p:cNvSpPr/>
          <p:nvPr/>
        </p:nvSpPr>
        <p:spPr>
          <a:xfrm>
            <a:off x="428626" y="4426813"/>
            <a:ext cx="11329987" cy="156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 dirty="0" err="1"/>
          </a:p>
        </p:txBody>
      </p:sp>
      <p:pic>
        <p:nvPicPr>
          <p:cNvPr id="15" name="Picture 13">
            <a:extLst>
              <a:ext uri="{FF2B5EF4-FFF2-40B4-BE49-F238E27FC236}">
                <a16:creationId xmlns:a16="http://schemas.microsoft.com/office/drawing/2014/main" id="{9E5FD396-B52E-A83A-343B-C3C2D20F29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273213" y="2059102"/>
            <a:ext cx="1619249" cy="967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4AEEFA7-C0D6-27F4-9D7A-B1764CA1D4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410934" y="2058802"/>
            <a:ext cx="1001043" cy="968400"/>
          </a:xfrm>
          <a:prstGeom prst="rect">
            <a:avLst/>
          </a:prstGeom>
        </p:spPr>
      </p:pic>
      <p:pic>
        <p:nvPicPr>
          <p:cNvPr id="21" name="Picture 24">
            <a:extLst>
              <a:ext uri="{FF2B5EF4-FFF2-40B4-BE49-F238E27FC236}">
                <a16:creationId xmlns:a16="http://schemas.microsoft.com/office/drawing/2014/main" id="{ED462016-0F0F-8788-C3CB-66EFACB37A7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9753698" y="2028202"/>
            <a:ext cx="1029600" cy="1029600"/>
          </a:xfrm>
          <a:prstGeom prst="rect">
            <a:avLst/>
          </a:prstGeom>
        </p:spPr>
      </p:pic>
      <p:pic>
        <p:nvPicPr>
          <p:cNvPr id="16" name="Picture 1">
            <a:extLst>
              <a:ext uri="{FF2B5EF4-FFF2-40B4-BE49-F238E27FC236}">
                <a16:creationId xmlns:a16="http://schemas.microsoft.com/office/drawing/2014/main" id="{DCBCCB08-908E-7203-AF1B-0E95195928D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5273212" y="3274442"/>
            <a:ext cx="1619250" cy="9678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561B901-EEA3-1F53-9F02-6D95BA5E47D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1410933" y="3274142"/>
            <a:ext cx="1001043" cy="968400"/>
          </a:xfrm>
          <a:prstGeom prst="rect">
            <a:avLst/>
          </a:prstGeom>
        </p:spPr>
      </p:pic>
      <p:pic>
        <p:nvPicPr>
          <p:cNvPr id="6" name="Picture 24">
            <a:extLst>
              <a:ext uri="{FF2B5EF4-FFF2-40B4-BE49-F238E27FC236}">
                <a16:creationId xmlns:a16="http://schemas.microsoft.com/office/drawing/2014/main" id="{3D3A4FAA-0664-0748-87EB-46328ED5BE3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9753698" y="3243542"/>
            <a:ext cx="1029600" cy="1029600"/>
          </a:xfrm>
          <a:prstGeom prst="rect">
            <a:avLst/>
          </a:prstGeom>
        </p:spPr>
      </p:pic>
      <p:pic>
        <p:nvPicPr>
          <p:cNvPr id="17" name="Picture 4">
            <a:extLst>
              <a:ext uri="{FF2B5EF4-FFF2-40B4-BE49-F238E27FC236}">
                <a16:creationId xmlns:a16="http://schemas.microsoft.com/office/drawing/2014/main" id="{8274434E-7C9C-BB0D-0B67-927B7D67D19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5273213" y="4725913"/>
            <a:ext cx="1619250" cy="9678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4B5B747-5B80-0DFA-1905-77CEDAA6F8D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>
          <a:xfrm>
            <a:off x="1410934" y="4725613"/>
            <a:ext cx="1001044" cy="968400"/>
          </a:xfrm>
          <a:prstGeom prst="rect">
            <a:avLst/>
          </a:prstGeom>
        </p:spPr>
      </p:pic>
      <p:pic>
        <p:nvPicPr>
          <p:cNvPr id="10" name="Picture 24">
            <a:extLst>
              <a:ext uri="{FF2B5EF4-FFF2-40B4-BE49-F238E27FC236}">
                <a16:creationId xmlns:a16="http://schemas.microsoft.com/office/drawing/2014/main" id="{0C5BE0A2-5BD8-EE67-FA16-229BF87C5A13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>
          <a:xfrm>
            <a:off x="9753698" y="4695013"/>
            <a:ext cx="1029600" cy="102960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FD0C63-1273-AB5E-A26E-D4906B929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2079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CD0E73-8E78-764F-AB29-808D1B198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KONE numbers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9DAA97-2F99-50E9-A22B-20618BAC8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A4640-635C-4C90-9B00-EC38FC729ABB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1585C8-E584-4DE1-73CD-084680673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7CA293-DB24-D5AA-3383-93A0DD3010C0}"/>
              </a:ext>
            </a:extLst>
          </p:cNvPr>
          <p:cNvSpPr/>
          <p:nvPr/>
        </p:nvSpPr>
        <p:spPr>
          <a:xfrm>
            <a:off x="428626" y="4426813"/>
            <a:ext cx="11329987" cy="156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 dirty="0" err="1">
              <a:solidFill>
                <a:schemeClr val="bg1"/>
              </a:solidFill>
            </a:endParaRPr>
          </a:p>
        </p:txBody>
      </p:sp>
      <p:pic>
        <p:nvPicPr>
          <p:cNvPr id="56" name="Graphic 55">
            <a:extLst>
              <a:ext uri="{FF2B5EF4-FFF2-40B4-BE49-F238E27FC236}">
                <a16:creationId xmlns:a16="http://schemas.microsoft.com/office/drawing/2014/main" id="{3FCF394C-6F16-EC14-1204-AA033AF231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71041" y="3086769"/>
            <a:ext cx="738620" cy="1007999"/>
          </a:xfrm>
          <a:prstGeom prst="rect">
            <a:avLst/>
          </a:pr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95077208-A83C-8172-681A-1ECBE27BCB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97418" y="3086769"/>
            <a:ext cx="738620" cy="1007999"/>
          </a:xfrm>
          <a:prstGeom prst="rect">
            <a:avLst/>
          </a:prstGeom>
        </p:spPr>
      </p:pic>
      <p:pic>
        <p:nvPicPr>
          <p:cNvPr id="59" name="Graphic 58">
            <a:extLst>
              <a:ext uri="{FF2B5EF4-FFF2-40B4-BE49-F238E27FC236}">
                <a16:creationId xmlns:a16="http://schemas.microsoft.com/office/drawing/2014/main" id="{7A3788F8-C80C-45CD-8785-5FA9795DB42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2923795" y="3086769"/>
            <a:ext cx="738620" cy="1007999"/>
          </a:xfrm>
          <a:prstGeom prst="rect">
            <a:avLst/>
          </a:prstGeom>
        </p:spPr>
      </p:pic>
      <p:pic>
        <p:nvPicPr>
          <p:cNvPr id="62" name="Graphic 61">
            <a:extLst>
              <a:ext uri="{FF2B5EF4-FFF2-40B4-BE49-F238E27FC236}">
                <a16:creationId xmlns:a16="http://schemas.microsoft.com/office/drawing/2014/main" id="{7521239E-D0C3-0B9E-F412-C31C03DB93C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4050172" y="3086769"/>
            <a:ext cx="738620" cy="1007999"/>
          </a:xfrm>
          <a:prstGeom prst="rect">
            <a:avLst/>
          </a:prstGeom>
        </p:spPr>
      </p:pic>
      <p:pic>
        <p:nvPicPr>
          <p:cNvPr id="74" name="Graphic 73">
            <a:extLst>
              <a:ext uri="{FF2B5EF4-FFF2-40B4-BE49-F238E27FC236}">
                <a16:creationId xmlns:a16="http://schemas.microsoft.com/office/drawing/2014/main" id="{9E416F72-A733-A759-CAB7-86424196D6E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5176549" y="3086769"/>
            <a:ext cx="738620" cy="1007999"/>
          </a:xfrm>
          <a:prstGeom prst="rect">
            <a:avLst/>
          </a:prstGeom>
        </p:spPr>
      </p:pic>
      <p:pic>
        <p:nvPicPr>
          <p:cNvPr id="75" name="Graphic 74">
            <a:extLst>
              <a:ext uri="{FF2B5EF4-FFF2-40B4-BE49-F238E27FC236}">
                <a16:creationId xmlns:a16="http://schemas.microsoft.com/office/drawing/2014/main" id="{D9BE761C-DAB9-E246-E972-69C7DBC4454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6302926" y="3086769"/>
            <a:ext cx="738620" cy="1007999"/>
          </a:xfrm>
          <a:prstGeom prst="rect">
            <a:avLst/>
          </a:prstGeom>
        </p:spPr>
      </p:pic>
      <p:pic>
        <p:nvPicPr>
          <p:cNvPr id="76" name="Graphic 75">
            <a:extLst>
              <a:ext uri="{FF2B5EF4-FFF2-40B4-BE49-F238E27FC236}">
                <a16:creationId xmlns:a16="http://schemas.microsoft.com/office/drawing/2014/main" id="{0A1CAF78-AE9B-9A51-D462-E88D67A4B04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7429303" y="3086769"/>
            <a:ext cx="738620" cy="1007999"/>
          </a:xfrm>
          <a:prstGeom prst="rect">
            <a:avLst/>
          </a:prstGeom>
        </p:spPr>
      </p:pic>
      <p:pic>
        <p:nvPicPr>
          <p:cNvPr id="87" name="Graphic 86">
            <a:extLst>
              <a:ext uri="{FF2B5EF4-FFF2-40B4-BE49-F238E27FC236}">
                <a16:creationId xmlns:a16="http://schemas.microsoft.com/office/drawing/2014/main" id="{E973DD18-5DB9-F31E-01FA-FA317DD4236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8555680" y="3086769"/>
            <a:ext cx="738620" cy="1007999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B50920BA-9E09-1313-E094-682FFB53652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>
          <a:xfrm>
            <a:off x="9682057" y="3086769"/>
            <a:ext cx="738620" cy="1007999"/>
          </a:xfrm>
          <a:prstGeom prst="rect">
            <a:avLst/>
          </a:prstGeom>
        </p:spPr>
      </p:pic>
      <p:pic>
        <p:nvPicPr>
          <p:cNvPr id="89" name="Graphic 88">
            <a:extLst>
              <a:ext uri="{FF2B5EF4-FFF2-40B4-BE49-F238E27FC236}">
                <a16:creationId xmlns:a16="http://schemas.microsoft.com/office/drawing/2014/main" id="{D6C5ECB6-3A3F-965B-FC93-EEBA3415C87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>
          <a:xfrm>
            <a:off x="10808438" y="3086769"/>
            <a:ext cx="738620" cy="1007999"/>
          </a:xfrm>
          <a:prstGeom prst="rect">
            <a:avLst/>
          </a:prstGeom>
        </p:spPr>
      </p:pic>
      <p:pic>
        <p:nvPicPr>
          <p:cNvPr id="120" name="Graphic 119">
            <a:extLst>
              <a:ext uri="{FF2B5EF4-FFF2-40B4-BE49-F238E27FC236}">
                <a16:creationId xmlns:a16="http://schemas.microsoft.com/office/drawing/2014/main" id="{97601F59-31C5-E089-3D69-A0FE151DFA7E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71041" y="1739232"/>
            <a:ext cx="738620" cy="1008000"/>
          </a:xfrm>
          <a:prstGeom prst="rect">
            <a:avLst/>
          </a:prstGeom>
        </p:spPr>
      </p:pic>
      <p:pic>
        <p:nvPicPr>
          <p:cNvPr id="121" name="Graphic 120">
            <a:extLst>
              <a:ext uri="{FF2B5EF4-FFF2-40B4-BE49-F238E27FC236}">
                <a16:creationId xmlns:a16="http://schemas.microsoft.com/office/drawing/2014/main" id="{C096E133-0D45-0439-3620-32A1B039B51A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797418" y="1739232"/>
            <a:ext cx="738620" cy="1008000"/>
          </a:xfrm>
          <a:prstGeom prst="rect">
            <a:avLst/>
          </a:prstGeom>
        </p:spPr>
      </p:pic>
      <p:pic>
        <p:nvPicPr>
          <p:cNvPr id="122" name="Graphic 121">
            <a:extLst>
              <a:ext uri="{FF2B5EF4-FFF2-40B4-BE49-F238E27FC236}">
                <a16:creationId xmlns:a16="http://schemas.microsoft.com/office/drawing/2014/main" id="{4D29BE1C-8448-AB1F-9415-EC2B7988F9BC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923795" y="1739232"/>
            <a:ext cx="738620" cy="1008000"/>
          </a:xfrm>
          <a:prstGeom prst="rect">
            <a:avLst/>
          </a:prstGeom>
        </p:spPr>
      </p:pic>
      <p:pic>
        <p:nvPicPr>
          <p:cNvPr id="123" name="Graphic 122">
            <a:extLst>
              <a:ext uri="{FF2B5EF4-FFF2-40B4-BE49-F238E27FC236}">
                <a16:creationId xmlns:a16="http://schemas.microsoft.com/office/drawing/2014/main" id="{0C3FB6D8-7106-CEF1-465A-A02A49F9A5BC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050172" y="1739232"/>
            <a:ext cx="738620" cy="1008000"/>
          </a:xfrm>
          <a:prstGeom prst="rect">
            <a:avLst/>
          </a:prstGeom>
        </p:spPr>
      </p:pic>
      <p:pic>
        <p:nvPicPr>
          <p:cNvPr id="124" name="Graphic 123">
            <a:extLst>
              <a:ext uri="{FF2B5EF4-FFF2-40B4-BE49-F238E27FC236}">
                <a16:creationId xmlns:a16="http://schemas.microsoft.com/office/drawing/2014/main" id="{4C6CC9C7-709E-C3FF-4489-D6A6F95922E9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5176549" y="1739232"/>
            <a:ext cx="738620" cy="1008000"/>
          </a:xfrm>
          <a:prstGeom prst="rect">
            <a:avLst/>
          </a:prstGeom>
        </p:spPr>
      </p:pic>
      <p:pic>
        <p:nvPicPr>
          <p:cNvPr id="125" name="Graphic 124">
            <a:extLst>
              <a:ext uri="{FF2B5EF4-FFF2-40B4-BE49-F238E27FC236}">
                <a16:creationId xmlns:a16="http://schemas.microsoft.com/office/drawing/2014/main" id="{52B5BE61-1C08-A56A-0853-251B562D6AA8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6302926" y="1739232"/>
            <a:ext cx="738620" cy="1008000"/>
          </a:xfrm>
          <a:prstGeom prst="rect">
            <a:avLst/>
          </a:prstGeom>
        </p:spPr>
      </p:pic>
      <p:pic>
        <p:nvPicPr>
          <p:cNvPr id="126" name="Graphic 125">
            <a:extLst>
              <a:ext uri="{FF2B5EF4-FFF2-40B4-BE49-F238E27FC236}">
                <a16:creationId xmlns:a16="http://schemas.microsoft.com/office/drawing/2014/main" id="{4EF010CE-A350-D518-0C4A-BD4C933E1060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7429303" y="1739232"/>
            <a:ext cx="738620" cy="1008000"/>
          </a:xfrm>
          <a:prstGeom prst="rect">
            <a:avLst/>
          </a:prstGeom>
        </p:spPr>
      </p:pic>
      <p:pic>
        <p:nvPicPr>
          <p:cNvPr id="127" name="Graphic 126">
            <a:extLst>
              <a:ext uri="{FF2B5EF4-FFF2-40B4-BE49-F238E27FC236}">
                <a16:creationId xmlns:a16="http://schemas.microsoft.com/office/drawing/2014/main" id="{87F2AB8E-AF15-8124-E245-AC67B65FF0E1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8555680" y="1739232"/>
            <a:ext cx="738620" cy="1008000"/>
          </a:xfrm>
          <a:prstGeom prst="rect">
            <a:avLst/>
          </a:prstGeom>
        </p:spPr>
      </p:pic>
      <p:pic>
        <p:nvPicPr>
          <p:cNvPr id="128" name="Graphic 127">
            <a:extLst>
              <a:ext uri="{FF2B5EF4-FFF2-40B4-BE49-F238E27FC236}">
                <a16:creationId xmlns:a16="http://schemas.microsoft.com/office/drawing/2014/main" id="{4AF904C4-12D9-5D26-0C2F-0F645234B2FF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9682057" y="1739232"/>
            <a:ext cx="738620" cy="1008000"/>
          </a:xfrm>
          <a:prstGeom prst="rect">
            <a:avLst/>
          </a:prstGeom>
        </p:spPr>
      </p:pic>
      <p:pic>
        <p:nvPicPr>
          <p:cNvPr id="129" name="Graphic 128">
            <a:extLst>
              <a:ext uri="{FF2B5EF4-FFF2-40B4-BE49-F238E27FC236}">
                <a16:creationId xmlns:a16="http://schemas.microsoft.com/office/drawing/2014/main" id="{E5072BB9-B373-915A-E2DE-92BA23232D22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0808438" y="1739232"/>
            <a:ext cx="738620" cy="1008000"/>
          </a:xfrm>
          <a:prstGeom prst="rect">
            <a:avLst/>
          </a:prstGeom>
        </p:spPr>
      </p:pic>
      <p:pic>
        <p:nvPicPr>
          <p:cNvPr id="140" name="Graphic 139">
            <a:extLst>
              <a:ext uri="{FF2B5EF4-FFF2-40B4-BE49-F238E27FC236}">
                <a16:creationId xmlns:a16="http://schemas.microsoft.com/office/drawing/2014/main" id="{37347AB8-CE1F-275F-F055-0A3894DA2363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3"/>
              </a:ext>
            </a:extLst>
          </a:blip>
          <a:srcRect/>
          <a:stretch/>
        </p:blipFill>
        <p:spPr>
          <a:xfrm>
            <a:off x="671041" y="4705813"/>
            <a:ext cx="738620" cy="1007999"/>
          </a:xfrm>
          <a:prstGeom prst="rect">
            <a:avLst/>
          </a:prstGeom>
        </p:spPr>
      </p:pic>
      <p:pic>
        <p:nvPicPr>
          <p:cNvPr id="141" name="Graphic 140">
            <a:extLst>
              <a:ext uri="{FF2B5EF4-FFF2-40B4-BE49-F238E27FC236}">
                <a16:creationId xmlns:a16="http://schemas.microsoft.com/office/drawing/2014/main" id="{D477BBDA-0923-9EE2-BA05-B0ADBB00A341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rcRect/>
          <a:stretch/>
        </p:blipFill>
        <p:spPr>
          <a:xfrm>
            <a:off x="1797418" y="4705813"/>
            <a:ext cx="738620" cy="1007999"/>
          </a:xfrm>
          <a:prstGeom prst="rect">
            <a:avLst/>
          </a:prstGeom>
        </p:spPr>
      </p:pic>
      <p:pic>
        <p:nvPicPr>
          <p:cNvPr id="142" name="Graphic 141">
            <a:extLst>
              <a:ext uri="{FF2B5EF4-FFF2-40B4-BE49-F238E27FC236}">
                <a16:creationId xmlns:a16="http://schemas.microsoft.com/office/drawing/2014/main" id="{6853B3A9-C13E-0981-C6A7-6628FBD25124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/>
        </p:blipFill>
        <p:spPr>
          <a:xfrm>
            <a:off x="2923795" y="4705813"/>
            <a:ext cx="738620" cy="1007999"/>
          </a:xfrm>
          <a:prstGeom prst="rect">
            <a:avLst/>
          </a:prstGeom>
        </p:spPr>
      </p:pic>
      <p:pic>
        <p:nvPicPr>
          <p:cNvPr id="143" name="Graphic 142">
            <a:extLst>
              <a:ext uri="{FF2B5EF4-FFF2-40B4-BE49-F238E27FC236}">
                <a16:creationId xmlns:a16="http://schemas.microsoft.com/office/drawing/2014/main" id="{5024D669-2593-267E-0D7F-9AEBBC7397FD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/>
        </p:blipFill>
        <p:spPr>
          <a:xfrm>
            <a:off x="4050172" y="4705813"/>
            <a:ext cx="738620" cy="1007999"/>
          </a:xfrm>
          <a:prstGeom prst="rect">
            <a:avLst/>
          </a:prstGeom>
        </p:spPr>
      </p:pic>
      <p:pic>
        <p:nvPicPr>
          <p:cNvPr id="144" name="Graphic 143">
            <a:extLst>
              <a:ext uri="{FF2B5EF4-FFF2-40B4-BE49-F238E27FC236}">
                <a16:creationId xmlns:a16="http://schemas.microsoft.com/office/drawing/2014/main" id="{056447AD-62EB-C356-A035-C3260F1AD75C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/>
        </p:blipFill>
        <p:spPr>
          <a:xfrm>
            <a:off x="5176549" y="4705813"/>
            <a:ext cx="738620" cy="1007999"/>
          </a:xfrm>
          <a:prstGeom prst="rect">
            <a:avLst/>
          </a:prstGeom>
        </p:spPr>
      </p:pic>
      <p:pic>
        <p:nvPicPr>
          <p:cNvPr id="145" name="Graphic 144">
            <a:extLst>
              <a:ext uri="{FF2B5EF4-FFF2-40B4-BE49-F238E27FC236}">
                <a16:creationId xmlns:a16="http://schemas.microsoft.com/office/drawing/2014/main" id="{31AB83C0-18F5-3937-4F2D-43B72B60B7CA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/>
        </p:blipFill>
        <p:spPr>
          <a:xfrm>
            <a:off x="6302926" y="4705813"/>
            <a:ext cx="738620" cy="1007999"/>
          </a:xfrm>
          <a:prstGeom prst="rect">
            <a:avLst/>
          </a:prstGeom>
        </p:spPr>
      </p:pic>
      <p:pic>
        <p:nvPicPr>
          <p:cNvPr id="146" name="Graphic 145">
            <a:extLst>
              <a:ext uri="{FF2B5EF4-FFF2-40B4-BE49-F238E27FC236}">
                <a16:creationId xmlns:a16="http://schemas.microsoft.com/office/drawing/2014/main" id="{5E0AE9E4-2D81-4972-D2E4-CD8F4E76E8A5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rcRect/>
          <a:stretch/>
        </p:blipFill>
        <p:spPr>
          <a:xfrm>
            <a:off x="7429303" y="4705813"/>
            <a:ext cx="738620" cy="1007999"/>
          </a:xfrm>
          <a:prstGeom prst="rect">
            <a:avLst/>
          </a:prstGeom>
        </p:spPr>
      </p:pic>
      <p:pic>
        <p:nvPicPr>
          <p:cNvPr id="147" name="Graphic 146">
            <a:extLst>
              <a:ext uri="{FF2B5EF4-FFF2-40B4-BE49-F238E27FC236}">
                <a16:creationId xmlns:a16="http://schemas.microsoft.com/office/drawing/2014/main" id="{FE941089-65ED-76F4-B109-EEF843A8F4EF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rcRect/>
          <a:stretch/>
        </p:blipFill>
        <p:spPr>
          <a:xfrm>
            <a:off x="8555680" y="4705813"/>
            <a:ext cx="738620" cy="1007999"/>
          </a:xfrm>
          <a:prstGeom prst="rect">
            <a:avLst/>
          </a:prstGeom>
        </p:spPr>
      </p:pic>
      <p:pic>
        <p:nvPicPr>
          <p:cNvPr id="148" name="Graphic 147">
            <a:extLst>
              <a:ext uri="{FF2B5EF4-FFF2-40B4-BE49-F238E27FC236}">
                <a16:creationId xmlns:a16="http://schemas.microsoft.com/office/drawing/2014/main" id="{FCA915BC-1055-49E8-9F26-8296E8C8035A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rcRect/>
          <a:stretch/>
        </p:blipFill>
        <p:spPr>
          <a:xfrm>
            <a:off x="9682057" y="4705813"/>
            <a:ext cx="738620" cy="1007999"/>
          </a:xfrm>
          <a:prstGeom prst="rect">
            <a:avLst/>
          </a:prstGeom>
        </p:spPr>
      </p:pic>
      <p:pic>
        <p:nvPicPr>
          <p:cNvPr id="149" name="Graphic 148">
            <a:extLst>
              <a:ext uri="{FF2B5EF4-FFF2-40B4-BE49-F238E27FC236}">
                <a16:creationId xmlns:a16="http://schemas.microsoft.com/office/drawing/2014/main" id="{313928DF-AE85-1E76-7A63-59F1DAB78775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1"/>
              </a:ext>
            </a:extLst>
          </a:blip>
          <a:srcRect/>
          <a:stretch/>
        </p:blipFill>
        <p:spPr>
          <a:xfrm>
            <a:off x="10808438" y="4705813"/>
            <a:ext cx="738620" cy="1007999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D9F8047-18D4-9F8E-FD82-A39BB32B4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15820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3C61029-5B16-9C19-930F-BAF950F6F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KONE illustrations</a:t>
            </a:r>
            <a:br>
              <a:rPr lang="en-US" dirty="0"/>
            </a:br>
            <a:r>
              <a:rPr lang="en-US" dirty="0"/>
              <a:t>For more information and material: </a:t>
            </a:r>
            <a:r>
              <a:rPr lang="en-US" dirty="0">
                <a:hlinkClick r:id="rId2"/>
              </a:rPr>
              <a:t>brandbook.kone.com</a:t>
            </a:r>
            <a:br>
              <a:rPr lang="en-US" dirty="0"/>
            </a:b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AB32EA-11A7-045E-72F3-BA41A2DB3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EAC03-49B1-4597-983D-BAB6DA6D53FE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56CD99-705D-3B09-BE49-46E92591D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377CC98-E957-DC31-BFEB-5D9374A52A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17100" y="2792906"/>
            <a:ext cx="1709887" cy="276810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EDE59A7-2B4D-56DB-1224-32BE823C20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0704" y="3143145"/>
            <a:ext cx="2811600" cy="2414309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7E14B813-B67A-847D-6998-747F89E74FB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095686" y="3138525"/>
            <a:ext cx="3158033" cy="2414656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0E403F6-566D-5D15-7414-F234BACF3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08104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2A4D8D8-9F58-4416-5D7B-27937517C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5233" y="2158318"/>
            <a:ext cx="6765122" cy="3402695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0DBE2ED-801A-8D69-0772-2B8E9ED14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2FA2CB4-A303-F856-D03D-3DEE731BC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727FB-C878-492E-A02A-6F8C3E86139A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1BCC743-9BD9-9566-DD21-32275378A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62F345-D173-0083-AF4A-2F6C26783935}"/>
              </a:ext>
            </a:extLst>
          </p:cNvPr>
          <p:cNvSpPr/>
          <p:nvPr/>
        </p:nvSpPr>
        <p:spPr>
          <a:xfrm>
            <a:off x="432000" y="2627488"/>
            <a:ext cx="2490059" cy="1603024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>
              <a:lnSpc>
                <a:spcPct val="110000"/>
              </a:lnSpc>
            </a:pPr>
            <a:r>
              <a:rPr lang="en-US" sz="1400" noProof="0" dirty="0"/>
              <a:t>TIP: </a:t>
            </a:r>
          </a:p>
          <a:p>
            <a:pPr>
              <a:lnSpc>
                <a:spcPct val="110000"/>
              </a:lnSpc>
            </a:pPr>
            <a:r>
              <a:rPr lang="en-US" sz="1400" noProof="0" dirty="0"/>
              <a:t>Find more slide styles in the layouts:</a:t>
            </a:r>
          </a:p>
        </p:txBody>
      </p:sp>
      <p:pic>
        <p:nvPicPr>
          <p:cNvPr id="17" name="Picture 18">
            <a:extLst>
              <a:ext uri="{FF2B5EF4-FFF2-40B4-BE49-F238E27FC236}">
                <a16:creationId xmlns:a16="http://schemas.microsoft.com/office/drawing/2014/main" id="{0CF53C72-6A41-F27A-7783-35FB31E517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373134" y="3120109"/>
            <a:ext cx="741024" cy="71686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BFDEF6A-1E3C-B48C-1C48-A14B006C9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9338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FD3F57E-27AB-4384-DCA6-FF5BA3A05A7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39330" y="5864404"/>
            <a:ext cx="2060643" cy="601578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6E98BCE1-B8B8-4F20-43CE-21FD60EBE75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39330" y="4123483"/>
            <a:ext cx="2060643" cy="141150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E099C6EC-9FBA-61B9-F4AE-F0594D8DC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KONE colors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521D6F0E-EB17-C9DC-385E-6872B794C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Please only use KONE colors</a:t>
            </a:r>
            <a:br>
              <a:rPr lang="en-US" dirty="0"/>
            </a:br>
            <a:r>
              <a:rPr lang="en-US" dirty="0"/>
              <a:t>highlighted in green </a:t>
            </a:r>
          </a:p>
          <a:p>
            <a:r>
              <a:rPr lang="en-US" dirty="0"/>
              <a:t>Theme Colors on top row 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Custom Colors</a:t>
            </a:r>
          </a:p>
          <a:p>
            <a:pPr lvl="1"/>
            <a:r>
              <a:rPr lang="en-US" dirty="0"/>
              <a:t>Tints of blue and </a:t>
            </a:r>
            <a:br>
              <a:rPr lang="en-US" dirty="0"/>
            </a:br>
            <a:r>
              <a:rPr lang="en-US" dirty="0"/>
              <a:t>black</a:t>
            </a:r>
          </a:p>
          <a:p>
            <a:pPr lvl="1"/>
            <a:r>
              <a:rPr lang="en-US" dirty="0"/>
              <a:t>Accent colors used </a:t>
            </a:r>
            <a:br>
              <a:rPr lang="en-US" dirty="0"/>
            </a:br>
            <a:r>
              <a:rPr lang="en-US" dirty="0"/>
              <a:t>in UI and illustrations</a:t>
            </a:r>
          </a:p>
          <a:p>
            <a:endParaRPr lang="en-US" dirty="0"/>
          </a:p>
          <a:p>
            <a:r>
              <a:rPr lang="en-US" dirty="0"/>
              <a:t>Please do not use </a:t>
            </a:r>
            <a:br>
              <a:rPr lang="en-US" dirty="0"/>
            </a:br>
            <a:r>
              <a:rPr lang="en-US" dirty="0"/>
              <a:t>Standard Colors</a:t>
            </a:r>
            <a:br>
              <a:rPr lang="en-US" dirty="0"/>
            </a:br>
            <a:endParaRPr lang="en-US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2A9D654-A7C0-503A-E82A-69C2175CEE43}"/>
              </a:ext>
            </a:extLst>
          </p:cNvPr>
          <p:cNvGrpSpPr/>
          <p:nvPr/>
        </p:nvGrpSpPr>
        <p:grpSpPr>
          <a:xfrm>
            <a:off x="5520798" y="2853324"/>
            <a:ext cx="6470267" cy="3632314"/>
            <a:chOff x="5288347" y="2593301"/>
            <a:chExt cx="6470267" cy="3632314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E109058-3C49-D59C-899F-664BFCC1F05D}"/>
                </a:ext>
              </a:extLst>
            </p:cNvPr>
            <p:cNvGrpSpPr/>
            <p:nvPr/>
          </p:nvGrpSpPr>
          <p:grpSpPr>
            <a:xfrm>
              <a:off x="5288347" y="2593301"/>
              <a:ext cx="6470267" cy="2545114"/>
              <a:chOff x="4313238" y="445045"/>
              <a:chExt cx="7445375" cy="2928679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3919350-55CF-1752-D25A-06A3F829C0A3}"/>
                  </a:ext>
                </a:extLst>
              </p:cNvPr>
              <p:cNvSpPr/>
              <p:nvPr/>
            </p:nvSpPr>
            <p:spPr>
              <a:xfrm>
                <a:off x="4313238" y="445045"/>
                <a:ext cx="1110060" cy="1110060"/>
              </a:xfrm>
              <a:prstGeom prst="rect">
                <a:avLst/>
              </a:prstGeom>
              <a:solidFill>
                <a:srgbClr val="1450F5"/>
              </a:solidFill>
            </p:spPr>
            <p:txBody>
              <a:bodyPr wrap="none">
                <a:noAutofit/>
              </a:bodyPr>
              <a:lstStyle/>
              <a:p>
                <a:r>
                  <a:rPr lang="en-US" sz="800" b="0" i="0" u="none" strike="noStrike" baseline="0" dirty="0">
                    <a:solidFill>
                      <a:schemeClr val="bg1"/>
                    </a:solidFill>
                    <a:latin typeface="Inter" panose="02000503000000020004" pitchFamily="2" charset="0"/>
                  </a:rPr>
                  <a:t>#1450F5 </a:t>
                </a:r>
              </a:p>
              <a:p>
                <a:r>
                  <a:rPr lang="en-US" sz="800" dirty="0">
                    <a:solidFill>
                      <a:schemeClr val="bg1"/>
                    </a:solidFill>
                    <a:latin typeface="Inter" panose="02000503000000020004" pitchFamily="2" charset="0"/>
                  </a:rPr>
                  <a:t>RGB 20/80/245</a:t>
                </a:r>
                <a:endParaRPr lang="en-US" sz="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067A401-F0C4-4EE4-D391-F0588B487918}"/>
                  </a:ext>
                </a:extLst>
              </p:cNvPr>
              <p:cNvSpPr/>
              <p:nvPr/>
            </p:nvSpPr>
            <p:spPr>
              <a:xfrm>
                <a:off x="5580301" y="445045"/>
                <a:ext cx="1110060" cy="1110060"/>
              </a:xfrm>
              <a:prstGeom prst="rect">
                <a:avLst/>
              </a:prstGeom>
              <a:solidFill>
                <a:srgbClr val="FFCDD7"/>
              </a:solidFill>
            </p:spPr>
            <p:txBody>
              <a:bodyPr wrap="none">
                <a:noAutofit/>
              </a:bodyPr>
              <a:lstStyle/>
              <a:p>
                <a:r>
                  <a:rPr lang="en-US" sz="800" b="0" i="0" u="none" strike="noStrike" baseline="0" dirty="0">
                    <a:solidFill>
                      <a:srgbClr val="121212"/>
                    </a:solidFill>
                    <a:latin typeface="Inter" panose="02000503000000020004" pitchFamily="2" charset="0"/>
                  </a:rPr>
                  <a:t>#FFCDD7</a:t>
                </a:r>
              </a:p>
              <a:p>
                <a:r>
                  <a:rPr lang="en-US" sz="800" dirty="0">
                    <a:solidFill>
                      <a:srgbClr val="121212"/>
                    </a:solidFill>
                    <a:latin typeface="Inter" panose="02000503000000020004" pitchFamily="2" charset="0"/>
                  </a:rPr>
                  <a:t>RGB 255/205/215</a:t>
                </a:r>
                <a:endParaRPr lang="en-US" sz="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7A6BD8A5-5346-42D9-50A0-3838CDF8C113}"/>
                  </a:ext>
                </a:extLst>
              </p:cNvPr>
              <p:cNvSpPr/>
              <p:nvPr/>
            </p:nvSpPr>
            <p:spPr>
              <a:xfrm>
                <a:off x="6847364" y="445045"/>
                <a:ext cx="1110060" cy="1110060"/>
              </a:xfrm>
              <a:prstGeom prst="rect">
                <a:avLst/>
              </a:prstGeom>
              <a:solidFill>
                <a:srgbClr val="FFE141"/>
              </a:solidFill>
            </p:spPr>
            <p:txBody>
              <a:bodyPr wrap="none">
                <a:noAutofit/>
              </a:bodyPr>
              <a:lstStyle/>
              <a:p>
                <a:pPr lvl="0">
                  <a:defRPr/>
                </a:pPr>
                <a:r>
                  <a:rPr lang="en-US" sz="800" b="0" i="0" u="none" strike="noStrike" baseline="0" dirty="0">
                    <a:latin typeface="Inter" panose="02000503000000020004" pitchFamily="2" charset="0"/>
                  </a:rPr>
                  <a:t>#FFE141</a:t>
                </a:r>
              </a:p>
              <a:p>
                <a:pPr lvl="0">
                  <a:defRPr/>
                </a:pPr>
                <a:r>
                  <a:rPr kumimoji="0" lang="en-US" sz="800" kern="0" cap="none" spc="0" normalizeH="0" noProof="0" dirty="0">
                    <a:ln>
                      <a:noFill/>
                    </a:ln>
                    <a:effectLst/>
                    <a:uLnTx/>
                    <a:uFillTx/>
                    <a:latin typeface="Inter" panose="02000503000000020004" pitchFamily="2" charset="0"/>
                  </a:rPr>
                  <a:t>R</a:t>
                </a:r>
                <a:r>
                  <a:rPr lang="en-US" sz="800" kern="0" dirty="0">
                    <a:latin typeface="Inter" panose="02000503000000020004" pitchFamily="2" charset="0"/>
                  </a:rPr>
                  <a:t>GB 255/225/65</a:t>
                </a:r>
                <a:endParaRPr kumimoji="0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graphicFrame>
            <p:nvGraphicFramePr>
              <p:cNvPr id="19" name="Chart 18">
                <a:extLst>
                  <a:ext uri="{FF2B5EF4-FFF2-40B4-BE49-F238E27FC236}">
                    <a16:creationId xmlns:a16="http://schemas.microsoft.com/office/drawing/2014/main" id="{CE81B499-749C-E5AE-E1A6-F01DFD3FC434}"/>
                  </a:ext>
                </a:extLst>
              </p:cNvPr>
              <p:cNvGraphicFramePr/>
              <p:nvPr/>
            </p:nvGraphicFramePr>
            <p:xfrm>
              <a:off x="10026337" y="2121797"/>
              <a:ext cx="1177246" cy="1251927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4"/>
              </a:graphicData>
            </a:graphic>
          </p:graphicFrame>
          <p:graphicFrame>
            <p:nvGraphicFramePr>
              <p:cNvPr id="22" name="Content Placeholder 9">
                <a:extLst>
                  <a:ext uri="{FF2B5EF4-FFF2-40B4-BE49-F238E27FC236}">
                    <a16:creationId xmlns:a16="http://schemas.microsoft.com/office/drawing/2014/main" id="{602EE9E4-2A77-F0CC-1893-178CFB637FE7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8411076" y="2113895"/>
              <a:ext cx="1374748" cy="1190100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5"/>
              </a:graphicData>
            </a:graphic>
          </p:graphicFrame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EED5272-131B-EC42-AA39-54EB558A6DA6}"/>
                  </a:ext>
                </a:extLst>
              </p:cNvPr>
              <p:cNvSpPr/>
              <p:nvPr/>
            </p:nvSpPr>
            <p:spPr>
              <a:xfrm>
                <a:off x="9381490" y="445045"/>
                <a:ext cx="1110060" cy="1110060"/>
              </a:xfrm>
              <a:prstGeom prst="rect">
                <a:avLst/>
              </a:prstGeom>
              <a:solidFill>
                <a:srgbClr val="D2F5FF"/>
              </a:solidFill>
            </p:spPr>
            <p:txBody>
              <a:bodyPr wrap="none">
                <a:noAutofit/>
              </a:bodyPr>
              <a:lstStyle/>
              <a:p>
                <a:pPr lvl="0">
                  <a:defRPr/>
                </a:pPr>
                <a:r>
                  <a:rPr lang="en-US" sz="800" b="0" i="0" u="none" strike="noStrike" baseline="0" dirty="0">
                    <a:latin typeface="Inter" panose="02000503000000020004" pitchFamily="2" charset="0"/>
                  </a:rPr>
                  <a:t>#D2F5FF</a:t>
                </a:r>
              </a:p>
              <a:p>
                <a:pPr lvl="0">
                  <a:defRPr/>
                </a:pPr>
                <a:r>
                  <a:rPr kumimoji="0" lang="en-US" sz="800" kern="0" cap="none" spc="0" normalizeH="0" noProof="0" dirty="0">
                    <a:ln>
                      <a:noFill/>
                    </a:ln>
                    <a:effectLst/>
                    <a:uLnTx/>
                    <a:uFillTx/>
                    <a:latin typeface="Inter" panose="02000503000000020004" pitchFamily="2" charset="0"/>
                  </a:rPr>
                  <a:t>RGB 210/245/255</a:t>
                </a:r>
                <a:endParaRPr kumimoji="0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852B4907-F4C8-B50C-B4BB-2C3D694ECB34}"/>
                  </a:ext>
                </a:extLst>
              </p:cNvPr>
              <p:cNvSpPr/>
              <p:nvPr/>
            </p:nvSpPr>
            <p:spPr>
              <a:xfrm>
                <a:off x="10648553" y="445045"/>
                <a:ext cx="1110060" cy="1110060"/>
              </a:xfrm>
              <a:prstGeom prst="rect">
                <a:avLst/>
              </a:prstGeom>
              <a:solidFill>
                <a:srgbClr val="A1B9FB"/>
              </a:solidFill>
            </p:spPr>
            <p:txBody>
              <a:bodyPr wrap="none">
                <a:noAutofit/>
              </a:bodyPr>
              <a:lstStyle/>
              <a:p>
                <a:r>
                  <a:rPr lang="en-US" sz="800" dirty="0">
                    <a:latin typeface="Inter" panose="02000503000000020004" pitchFamily="2" charset="0"/>
                  </a:rPr>
                  <a:t>#A1B9FB</a:t>
                </a:r>
              </a:p>
              <a:p>
                <a:r>
                  <a:rPr lang="en-US" sz="800" dirty="0">
                    <a:latin typeface="Inter" panose="02000503000000020004" pitchFamily="2" charset="0"/>
                  </a:rPr>
                  <a:t>RGB 161/185/251</a:t>
                </a:r>
              </a:p>
              <a:p>
                <a:endParaRPr lang="en-US" sz="800" dirty="0">
                  <a:latin typeface="Inter" panose="02000503000000020004" pitchFamily="2" charset="0"/>
                </a:endParaRPr>
              </a:p>
              <a:p>
                <a:r>
                  <a:rPr lang="en-US" sz="800" dirty="0">
                    <a:latin typeface="Inter" panose="02000503000000020004" pitchFamily="2" charset="0"/>
                  </a:rPr>
                  <a:t>40% blue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A07F30A2-5C7F-C90B-34CE-B49371E2D8FD}"/>
                  </a:ext>
                </a:extLst>
              </p:cNvPr>
              <p:cNvSpPr/>
              <p:nvPr/>
            </p:nvSpPr>
            <p:spPr>
              <a:xfrm>
                <a:off x="8114427" y="445045"/>
                <a:ext cx="1110060" cy="1110060"/>
              </a:xfrm>
              <a:prstGeom prst="rect">
                <a:avLst/>
              </a:prstGeom>
              <a:solidFill>
                <a:srgbClr val="AAE1C8"/>
              </a:solidFill>
            </p:spPr>
            <p:txBody>
              <a:bodyPr wrap="none">
                <a:noAutofit/>
              </a:bodyPr>
              <a:lstStyle/>
              <a:p>
                <a:r>
                  <a:rPr lang="en-US" sz="800" b="0" i="0" u="none" strike="noStrike" baseline="0" dirty="0">
                    <a:solidFill>
                      <a:srgbClr val="121212"/>
                    </a:solidFill>
                    <a:latin typeface="Inter" panose="02000503000000020004" pitchFamily="2" charset="0"/>
                  </a:rPr>
                  <a:t>AAE1C8</a:t>
                </a:r>
              </a:p>
              <a:p>
                <a:r>
                  <a:rPr lang="en-US" sz="800" dirty="0">
                    <a:solidFill>
                      <a:srgbClr val="121212"/>
                    </a:solidFill>
                    <a:latin typeface="Inter" panose="02000503000000020004" pitchFamily="2" charset="0"/>
                  </a:rPr>
                  <a:t>RGB 170/225/200</a:t>
                </a:r>
                <a:endParaRPr lang="en-US" sz="800" dirty="0">
                  <a:solidFill>
                    <a:schemeClr val="bg1"/>
                  </a:solidFill>
                </a:endParaRPr>
              </a:p>
            </p:txBody>
          </p:sp>
        </p:grpSp>
        <p:graphicFrame>
          <p:nvGraphicFramePr>
            <p:cNvPr id="27" name="Chart 26">
              <a:extLst>
                <a:ext uri="{FF2B5EF4-FFF2-40B4-BE49-F238E27FC236}">
                  <a16:creationId xmlns:a16="http://schemas.microsoft.com/office/drawing/2014/main" id="{7331238C-05E7-E2BA-D6F4-3A85379CA907}"/>
                </a:ext>
              </a:extLst>
            </p:cNvPr>
            <p:cNvGraphicFramePr/>
            <p:nvPr/>
          </p:nvGraphicFramePr>
          <p:xfrm>
            <a:off x="10282737" y="5138415"/>
            <a:ext cx="1022400" cy="10872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C3D1A6B1-28F9-8250-CA24-9AB316BF7560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54454" y="2569149"/>
            <a:ext cx="2060643" cy="155544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484AEB5-4186-7338-DEE6-54183D58E67E}"/>
              </a:ext>
            </a:extLst>
          </p:cNvPr>
          <p:cNvSpPr/>
          <p:nvPr/>
        </p:nvSpPr>
        <p:spPr>
          <a:xfrm>
            <a:off x="2998149" y="2851820"/>
            <a:ext cx="2141266" cy="248653"/>
          </a:xfrm>
          <a:prstGeom prst="rect">
            <a:avLst/>
          </a:prstGeom>
          <a:noFill/>
          <a:ln w="31750">
            <a:solidFill>
              <a:srgbClr val="1ED2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>
              <a:lnSpc>
                <a:spcPct val="110000"/>
              </a:lnSpc>
            </a:pPr>
            <a:endParaRPr lang="en-US" sz="1400" dirty="0" err="1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D253417-603F-5AD0-D4AC-6FACFF8A23C7}"/>
              </a:ext>
            </a:extLst>
          </p:cNvPr>
          <p:cNvCxnSpPr>
            <a:cxnSpLocks/>
          </p:cNvCxnSpPr>
          <p:nvPr/>
        </p:nvCxnSpPr>
        <p:spPr>
          <a:xfrm>
            <a:off x="3054453" y="3207854"/>
            <a:ext cx="2049460" cy="802432"/>
          </a:xfrm>
          <a:prstGeom prst="line">
            <a:avLst/>
          </a:prstGeom>
          <a:ln w="31750">
            <a:solidFill>
              <a:srgbClr val="FF5F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57F9899-F102-761B-F1BF-E1924090C46A}"/>
              </a:ext>
            </a:extLst>
          </p:cNvPr>
          <p:cNvCxnSpPr>
            <a:cxnSpLocks/>
          </p:cNvCxnSpPr>
          <p:nvPr/>
        </p:nvCxnSpPr>
        <p:spPr>
          <a:xfrm flipV="1">
            <a:off x="3054452" y="3207854"/>
            <a:ext cx="2033908" cy="802184"/>
          </a:xfrm>
          <a:prstGeom prst="line">
            <a:avLst/>
          </a:prstGeom>
          <a:ln w="31750">
            <a:solidFill>
              <a:srgbClr val="FF5F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C1E47638-BE16-E375-6E18-B40EAFFFC357}"/>
              </a:ext>
            </a:extLst>
          </p:cNvPr>
          <p:cNvSpPr/>
          <p:nvPr/>
        </p:nvSpPr>
        <p:spPr>
          <a:xfrm>
            <a:off x="2998843" y="4457726"/>
            <a:ext cx="2141266" cy="1087200"/>
          </a:xfrm>
          <a:prstGeom prst="rect">
            <a:avLst/>
          </a:prstGeom>
          <a:noFill/>
          <a:ln w="31750">
            <a:solidFill>
              <a:srgbClr val="1ED2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>
              <a:lnSpc>
                <a:spcPct val="110000"/>
              </a:lnSpc>
            </a:pPr>
            <a:endParaRPr lang="en-US" sz="1400" dirty="0" err="1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C595220-F7F5-7CC7-0BCC-ED97BB455783}"/>
              </a:ext>
            </a:extLst>
          </p:cNvPr>
          <p:cNvCxnSpPr>
            <a:cxnSpLocks/>
          </p:cNvCxnSpPr>
          <p:nvPr/>
        </p:nvCxnSpPr>
        <p:spPr>
          <a:xfrm>
            <a:off x="3037591" y="6177060"/>
            <a:ext cx="2062382" cy="244569"/>
          </a:xfrm>
          <a:prstGeom prst="line">
            <a:avLst/>
          </a:prstGeom>
          <a:ln w="31750">
            <a:solidFill>
              <a:srgbClr val="FF5F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41D0225-7ACC-2F31-F92E-3292C7634398}"/>
              </a:ext>
            </a:extLst>
          </p:cNvPr>
          <p:cNvCxnSpPr>
            <a:cxnSpLocks/>
            <a:endCxn id="6" idx="3"/>
          </p:cNvCxnSpPr>
          <p:nvPr/>
        </p:nvCxnSpPr>
        <p:spPr>
          <a:xfrm flipV="1">
            <a:off x="3037591" y="6165193"/>
            <a:ext cx="2062382" cy="256436"/>
          </a:xfrm>
          <a:prstGeom prst="line">
            <a:avLst/>
          </a:prstGeom>
          <a:ln w="31750">
            <a:solidFill>
              <a:srgbClr val="FF5F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33">
            <a:extLst>
              <a:ext uri="{FF2B5EF4-FFF2-40B4-BE49-F238E27FC236}">
                <a16:creationId xmlns:a16="http://schemas.microsoft.com/office/drawing/2014/main" id="{88124976-9E82-FE8F-8180-FD54F193D1B0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46059" y="4457726"/>
            <a:ext cx="3321920" cy="1884719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35" name="Content Placeholder 9">
            <a:extLst>
              <a:ext uri="{FF2B5EF4-FFF2-40B4-BE49-F238E27FC236}">
                <a16:creationId xmlns:a16="http://schemas.microsoft.com/office/drawing/2014/main" id="{4D117CAB-F65B-53A9-9B1F-68FC6312D873}"/>
              </a:ext>
            </a:extLst>
          </p:cNvPr>
          <p:cNvGraphicFramePr>
            <a:graphicFrameLocks/>
          </p:cNvGraphicFramePr>
          <p:nvPr/>
        </p:nvGraphicFramePr>
        <p:xfrm>
          <a:off x="9081951" y="5401550"/>
          <a:ext cx="1194698" cy="10840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13777183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imeline&#10;&#10;Description automatically generated">
            <a:extLst>
              <a:ext uri="{FF2B5EF4-FFF2-40B4-BE49-F238E27FC236}">
                <a16:creationId xmlns:a16="http://schemas.microsoft.com/office/drawing/2014/main" id="{76F35804-768B-4369-EA6C-96C7F66C6A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8865" y="4036199"/>
            <a:ext cx="3194362" cy="1795048"/>
          </a:xfrm>
          <a:prstGeom prst="rect">
            <a:avLst/>
          </a:prstGeom>
          <a:ln>
            <a:solidFill>
              <a:srgbClr val="A1A1A1"/>
            </a:solidFill>
          </a:ln>
        </p:spPr>
      </p:pic>
      <p:pic>
        <p:nvPicPr>
          <p:cNvPr id="4" name="Picture 3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1EDE69FB-0D1B-6167-D86B-5037FAA322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8823" y="1941493"/>
            <a:ext cx="3206632" cy="1800159"/>
          </a:xfrm>
          <a:prstGeom prst="rect">
            <a:avLst/>
          </a:prstGeom>
          <a:ln>
            <a:solidFill>
              <a:srgbClr val="A1A1A1"/>
            </a:solidFill>
          </a:ln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98FEBF6B-901D-B4C7-DCA5-0F7BA66FA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Text &amp; typography 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3ACA47-9AF6-A499-DED2-79B10F80F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2160200"/>
            <a:ext cx="7336046" cy="3832613"/>
          </a:xfrm>
        </p:spPr>
        <p:txBody>
          <a:bodyPr vert="horz" lIns="0" tIns="0" rIns="0" bIns="0" rtlCol="0" anchor="t">
            <a:noAutofit/>
          </a:bodyPr>
          <a:lstStyle/>
          <a:p>
            <a:pPr marL="179705" indent="-179705" algn="l"/>
            <a:r>
              <a:rPr lang="en-US" b="0" i="0" u="none" strike="noStrike" dirty="0">
                <a:solidFill>
                  <a:srgbClr val="000000"/>
                </a:solidFill>
                <a:effectLst/>
                <a:ea typeface="Inter" panose="02000503000000020004" pitchFamily="2" charset="0"/>
              </a:rPr>
              <a:t>All text is left aligned with a few exceptions such as pagination, navigation text and footnotes</a:t>
            </a:r>
          </a:p>
          <a:p>
            <a:pPr marL="179705" indent="-179705"/>
            <a:r>
              <a:rPr lang="en-US" b="0" i="0" u="none" strike="noStrike" dirty="0">
                <a:solidFill>
                  <a:srgbClr val="000000"/>
                </a:solidFill>
                <a:effectLst/>
                <a:ea typeface="Inter" panose="02000503000000020004" pitchFamily="2" charset="0"/>
              </a:rPr>
              <a:t>We have two fonts: Inter and KONE Information</a:t>
            </a:r>
            <a:r>
              <a:rPr lang="en-US" dirty="0">
                <a:solidFill>
                  <a:srgbClr val="000000"/>
                </a:solidFill>
                <a:ea typeface="Inter" panose="02000503000000020004" pitchFamily="2" charset="0"/>
              </a:rPr>
              <a:t> </a:t>
            </a:r>
            <a:endParaRPr lang="en-US" b="0" i="0" u="none" strike="noStrike" dirty="0">
              <a:solidFill>
                <a:srgbClr val="000000"/>
              </a:solidFill>
              <a:effectLst/>
              <a:ea typeface="Inter" panose="02000503000000020004" pitchFamily="2" charset="0"/>
            </a:endParaRPr>
          </a:p>
          <a:p>
            <a:pPr marL="179705" indent="-179705"/>
            <a:r>
              <a:rPr lang="en-US" dirty="0">
                <a:solidFill>
                  <a:srgbClr val="000000"/>
                </a:solidFill>
                <a:ea typeface="Inter" panose="02000503000000020004" pitchFamily="2" charset="0"/>
              </a:rPr>
              <a:t>Inter i</a:t>
            </a:r>
            <a:r>
              <a:rPr lang="en-US" i="0" u="none" strike="noStrike" dirty="0">
                <a:solidFill>
                  <a:srgbClr val="000000"/>
                </a:solidFill>
                <a:effectLst/>
                <a:ea typeface="Inter" panose="02000503000000020004" pitchFamily="2" charset="0"/>
              </a:rPr>
              <a:t>s our primary font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ea typeface="Inter" panose="02000503000000020004" pitchFamily="2" charset="0"/>
              </a:rPr>
              <a:t> and </a:t>
            </a:r>
            <a:r>
              <a:rPr lang="en-US" dirty="0">
                <a:solidFill>
                  <a:srgbClr val="000000"/>
                </a:solidFill>
                <a:ea typeface="Inter" panose="02000503000000020004" pitchFamily="2" charset="0"/>
              </a:rPr>
              <a:t>it is the default font for main headlines and body text in this template </a:t>
            </a:r>
          </a:p>
          <a:p>
            <a:pPr marL="359410" lvl="1" indent="-179705"/>
            <a:r>
              <a:rPr lang="en-US" dirty="0">
                <a:solidFill>
                  <a:srgbClr val="000000"/>
                </a:solidFill>
                <a:ea typeface="Inter" panose="02000503000000020004" pitchFamily="2" charset="0"/>
              </a:rPr>
              <a:t>Text in Inter font should always be written in either black (light backgrounds) or white (dark backgrounds) – never in blue</a:t>
            </a:r>
          </a:p>
          <a:p>
            <a:pPr marL="359410" lvl="1" indent="-179705"/>
            <a:r>
              <a:rPr lang="en-US" dirty="0">
                <a:solidFill>
                  <a:srgbClr val="000000"/>
                </a:solidFill>
                <a:ea typeface="Inter" panose="02000503000000020004" pitchFamily="2" charset="0"/>
              </a:rPr>
              <a:t>Text in Inter font should always be written in sentence case, never with all caps</a:t>
            </a:r>
          </a:p>
          <a:p>
            <a:pPr marL="179705" indent="-179705" algn="l"/>
            <a:r>
              <a:rPr lang="en-US" dirty="0">
                <a:solidFill>
                  <a:srgbClr val="000000"/>
                </a:solidFill>
                <a:ea typeface="Inter" panose="02000503000000020004" pitchFamily="2" charset="0"/>
              </a:rPr>
              <a:t>KONE Information is our secondary font. In this template it is used for navigation text, page numbers, small section titles, technical descriptions, product names etc. </a:t>
            </a:r>
          </a:p>
          <a:p>
            <a:pPr marL="359410" lvl="1" indent="-179705"/>
            <a:r>
              <a:rPr lang="en-US" dirty="0">
                <a:solidFill>
                  <a:srgbClr val="000000"/>
                </a:solidFill>
                <a:ea typeface="Inter" panose="02000503000000020004" pitchFamily="2" charset="0"/>
              </a:rPr>
              <a:t>Text in KONE Information font should be written in either blue, black (light backgrounds) or white (dark backgrounds)</a:t>
            </a:r>
          </a:p>
          <a:p>
            <a:pPr marL="359410" lvl="1" indent="-179705"/>
            <a:r>
              <a:rPr lang="en-US" dirty="0">
                <a:solidFill>
                  <a:srgbClr val="000000"/>
                </a:solidFill>
                <a:ea typeface="Inter" panose="02000503000000020004" pitchFamily="2" charset="0"/>
              </a:rPr>
              <a:t>Text in KONE Information font should always be all caps</a:t>
            </a:r>
          </a:p>
          <a:p>
            <a:pPr marL="359410" lvl="1" indent="-179705"/>
            <a:endParaRPr lang="en-US" dirty="0">
              <a:solidFill>
                <a:srgbClr val="000000"/>
              </a:solidFill>
            </a:endParaRPr>
          </a:p>
          <a:p>
            <a:pPr marL="179705" indent="-179705"/>
            <a:endParaRPr lang="en-US" dirty="0">
              <a:ea typeface="Inter"/>
              <a:cs typeface="Inter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75DF0C5-5692-40C2-07C1-D35B0F7B13D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5C35312-379C-4C35-8882-6BE8E17BD747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63CEB7C-37EA-34ED-28CF-BB74D80E1C8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6428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06D43B88-3C65-7C38-61FD-3A6C2A912C0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26FB9C5-9923-4451-984B-05DFDBB3B747}" type="datetime3">
              <a:rPr lang="en-US" smtClean="0"/>
              <a:t>17 May 2023</a:t>
            </a:fld>
            <a:endParaRPr lang="en-US" dirty="0"/>
          </a:p>
        </p:txBody>
      </p:sp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D4144D7F-F1D0-8D20-F5E8-A9F5388E0A2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3" name="Footer Placeholder 2" hidden="1">
            <a:extLst>
              <a:ext uri="{FF2B5EF4-FFF2-40B4-BE49-F238E27FC236}">
                <a16:creationId xmlns:a16="http://schemas.microsoft.com/office/drawing/2014/main" id="{2131BC2E-1C6C-5D83-670C-24716DF960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514093"/>
      </p:ext>
    </p:extLst>
  </p:cSld>
  <p:clrMapOvr>
    <a:masterClrMapping/>
  </p:clrMapOvr>
</p:sld>
</file>

<file path=ppt/theme/theme1.xml><?xml version="1.0" encoding="utf-8"?>
<a:theme xmlns:a="http://schemas.openxmlformats.org/drawingml/2006/main" name="KONE">
  <a:themeElements>
    <a:clrScheme name="KONE">
      <a:dk1>
        <a:srgbClr val="141414"/>
      </a:dk1>
      <a:lt1>
        <a:srgbClr val="FFFFFF"/>
      </a:lt1>
      <a:dk2>
        <a:srgbClr val="1450F5"/>
      </a:dk2>
      <a:lt2>
        <a:srgbClr val="F3EEEA"/>
      </a:lt2>
      <a:accent1>
        <a:srgbClr val="1450F5"/>
      </a:accent1>
      <a:accent2>
        <a:srgbClr val="FFCDD7"/>
      </a:accent2>
      <a:accent3>
        <a:srgbClr val="FFE141"/>
      </a:accent3>
      <a:accent4>
        <a:srgbClr val="AAE1C8"/>
      </a:accent4>
      <a:accent5>
        <a:srgbClr val="D2F5FF"/>
      </a:accent5>
      <a:accent6>
        <a:srgbClr val="A1B9FB"/>
      </a:accent6>
      <a:hlink>
        <a:srgbClr val="1450F5"/>
      </a:hlink>
      <a:folHlink>
        <a:srgbClr val="141414"/>
      </a:folHlink>
    </a:clrScheme>
    <a:fontScheme name="KONE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450F5"/>
        </a:solidFill>
        <a:ln>
          <a:solidFill>
            <a:srgbClr val="1450F5"/>
          </a:solidFill>
        </a:ln>
      </a:spPr>
      <a:bodyPr lIns="72000" tIns="36000" rIns="72000" bIns="36000" rtlCol="0" anchor="ctr"/>
      <a:lstStyle>
        <a:defPPr algn="ctr">
          <a:lnSpc>
            <a:spcPct val="110000"/>
          </a:lnSpc>
          <a:defRPr sz="14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90000" tIns="46800" rIns="90000" bIns="46800" rtlCol="0">
        <a:spAutoFit/>
      </a:bodyPr>
      <a:lstStyle>
        <a:defPPr marL="0" indent="0" algn="l" defTabSz="914400" rtl="0" eaLnBrk="1" latinLnBrk="0" hangingPunct="1">
          <a:lnSpc>
            <a:spcPct val="110000"/>
          </a:lnSpc>
          <a:spcBef>
            <a:spcPts val="300"/>
          </a:spcBef>
          <a:spcAft>
            <a:spcPts val="300"/>
          </a:spcAft>
          <a:buFontTx/>
          <a:buNone/>
          <a:defRPr sz="1400" kern="1200" dirty="0" err="1" smtClean="0">
            <a:solidFill>
              <a:schemeClr val="tx1"/>
            </a:solidFill>
            <a:latin typeface="+mn-lt"/>
            <a:ea typeface="+mn-ea"/>
            <a:cs typeface="+mn-cs"/>
          </a:defRPr>
        </a:defPPr>
      </a:lstStyle>
    </a:txDef>
  </a:objectDefaults>
  <a:extraClrSchemeLst/>
  <a:custClrLst>
    <a:custClr name="KONE Blue">
      <a:srgbClr val="1450F5"/>
    </a:custClr>
    <a:custClr name="Black">
      <a:srgbClr val="141414"/>
    </a:custClr>
    <a:custClr name="Color has no name">
      <a:srgbClr val="FFFFFF"/>
    </a:custClr>
    <a:custClr name="Sand">
      <a:srgbClr val="F3EEEA"/>
    </a:custClr>
    <a:custClr name="Yellow">
      <a:srgbClr val="FFE141"/>
    </a:custClr>
    <a:custClr name="Light Blue">
      <a:srgbClr val="D2F5FF"/>
    </a:custClr>
    <a:custClr name="Pink">
      <a:srgbClr val="FFCDD7"/>
    </a:custClr>
    <a:custClr name="Green">
      <a:srgbClr val="AAE1C8"/>
    </a:custClr>
    <a:custClr name="Color has no name">
      <a:srgbClr val="FFFFFF"/>
    </a:custClr>
    <a:custClr name="Color has no name">
      <a:srgbClr val="FFFFFF"/>
    </a:custClr>
    <a:custClr name="80% KONE Blue">
      <a:srgbClr val="4373F7"/>
    </a:custClr>
    <a:custClr name="80% Black">
      <a:srgbClr val="434343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60% KONE Blue">
      <a:srgbClr val="7296F9"/>
    </a:custClr>
    <a:custClr name="60% Black">
      <a:srgbClr val="727272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40% KONE Blue">
      <a:srgbClr val="A1B9FB"/>
    </a:custClr>
    <a:custClr name="40% Black">
      <a:srgbClr val="A1A1A1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20% KONE Blue">
      <a:srgbClr val="D0DCFD"/>
    </a:custClr>
    <a:custClr name="20% Black">
      <a:srgbClr val="D0D0D0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Red">
      <a:srgbClr val="FF5F28"/>
    </a:custClr>
    <a:custClr name="Orange">
      <a:srgbClr val="FFA023"/>
    </a:custClr>
    <a:custClr name="Green">
      <a:srgbClr val="1ED273"/>
    </a:custClr>
    <a:custClr name="Color has no name">
      <a:srgbClr val="FFFFFF"/>
    </a:custClr>
    <a:custClr name="Color has no name">
      <a:srgbClr val="FFFFFF"/>
    </a:custClr>
  </a:custClrLst>
  <a:extLst>
    <a:ext uri="{05A4C25C-085E-4340-85A3-A5531E510DB2}">
      <thm15:themeFamily xmlns:thm15="http://schemas.microsoft.com/office/thememl/2012/main" name="Kone PowerPoint template Latin.potx" id="{CFEE2599-F72A-43D7-9452-2DA2B02DCC06}" vid="{15484003-828D-4682-A724-48476F0362DF}"/>
    </a:ext>
  </a:extLst>
</a:theme>
</file>

<file path=ppt/theme/theme2.xml><?xml version="1.0" encoding="utf-8"?>
<a:theme xmlns:a="http://schemas.openxmlformats.org/drawingml/2006/main" name="Office-tema">
  <a:themeElements>
    <a:clrScheme name="KONE">
      <a:dk1>
        <a:srgbClr val="141414"/>
      </a:dk1>
      <a:lt1>
        <a:srgbClr val="FFFFFF"/>
      </a:lt1>
      <a:dk2>
        <a:srgbClr val="1450F5"/>
      </a:dk2>
      <a:lt2>
        <a:srgbClr val="F3EEEA"/>
      </a:lt2>
      <a:accent1>
        <a:srgbClr val="1450F5"/>
      </a:accent1>
      <a:accent2>
        <a:srgbClr val="FFCDD7"/>
      </a:accent2>
      <a:accent3>
        <a:srgbClr val="FFE141"/>
      </a:accent3>
      <a:accent4>
        <a:srgbClr val="AAE1C8"/>
      </a:accent4>
      <a:accent5>
        <a:srgbClr val="D2F5FF"/>
      </a:accent5>
      <a:accent6>
        <a:srgbClr val="A1B9FB"/>
      </a:accent6>
      <a:hlink>
        <a:srgbClr val="1450F5"/>
      </a:hlink>
      <a:folHlink>
        <a:srgbClr val="141414"/>
      </a:folHlink>
    </a:clrScheme>
    <a:fontScheme name="KONE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KONE Blue">
      <a:srgbClr val="1450F5"/>
    </a:custClr>
    <a:custClr name="Black">
      <a:srgbClr val="141414"/>
    </a:custClr>
    <a:custClr name="Color has no name">
      <a:srgbClr val="FFFFFF"/>
    </a:custClr>
    <a:custClr name="Sand">
      <a:srgbClr val="F3EEEA"/>
    </a:custClr>
    <a:custClr name="Yellow">
      <a:srgbClr val="FFE141"/>
    </a:custClr>
    <a:custClr name="Light Blue">
      <a:srgbClr val="D2F5FF"/>
    </a:custClr>
    <a:custClr name="Pink">
      <a:srgbClr val="FFCDD7"/>
    </a:custClr>
    <a:custClr name="Green">
      <a:srgbClr val="AAE1C8"/>
    </a:custClr>
    <a:custClr name="Color has no name">
      <a:srgbClr val="FFFFFF"/>
    </a:custClr>
    <a:custClr name="Color has no name">
      <a:srgbClr val="FFFFFF"/>
    </a:custClr>
    <a:custClr name="80% KONE Blue">
      <a:srgbClr val="4373F7"/>
    </a:custClr>
    <a:custClr name="80% Black">
      <a:srgbClr val="434343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60% KONE Blue">
      <a:srgbClr val="7296F9"/>
    </a:custClr>
    <a:custClr name="60% Black">
      <a:srgbClr val="727272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40% KONE Blue">
      <a:srgbClr val="A1B9FB"/>
    </a:custClr>
    <a:custClr name="40% Black">
      <a:srgbClr val="A1A1A1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20% KONE Blue">
      <a:srgbClr val="D0DCFD"/>
    </a:custClr>
    <a:custClr name="20% Black">
      <a:srgbClr val="D0D0D0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Red">
      <a:srgbClr val="FF5F28"/>
    </a:custClr>
    <a:custClr name="Orange">
      <a:srgbClr val="FFA023"/>
    </a:custClr>
    <a:custClr name="Green">
      <a:srgbClr val="1ED273"/>
    </a:custClr>
    <a:custClr name="Color has no name">
      <a:srgbClr val="FFFFFF"/>
    </a:custClr>
    <a:custClr name="Color has no name">
      <a:srgbClr val="FFFFF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KONE">
      <a:dk1>
        <a:srgbClr val="141414"/>
      </a:dk1>
      <a:lt1>
        <a:srgbClr val="FFFFFF"/>
      </a:lt1>
      <a:dk2>
        <a:srgbClr val="1450F5"/>
      </a:dk2>
      <a:lt2>
        <a:srgbClr val="F3EEEA"/>
      </a:lt2>
      <a:accent1>
        <a:srgbClr val="1450F5"/>
      </a:accent1>
      <a:accent2>
        <a:srgbClr val="FFCDD7"/>
      </a:accent2>
      <a:accent3>
        <a:srgbClr val="FFE141"/>
      </a:accent3>
      <a:accent4>
        <a:srgbClr val="AAE1C8"/>
      </a:accent4>
      <a:accent5>
        <a:srgbClr val="D2F5FF"/>
      </a:accent5>
      <a:accent6>
        <a:srgbClr val="A1B9FB"/>
      </a:accent6>
      <a:hlink>
        <a:srgbClr val="1450F5"/>
      </a:hlink>
      <a:folHlink>
        <a:srgbClr val="141414"/>
      </a:folHlink>
    </a:clrScheme>
    <a:fontScheme name="KONE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KONE Blue">
      <a:srgbClr val="1450F5"/>
    </a:custClr>
    <a:custClr name="Black">
      <a:srgbClr val="141414"/>
    </a:custClr>
    <a:custClr name="Color has no name">
      <a:srgbClr val="FFFFFF"/>
    </a:custClr>
    <a:custClr name="Sand">
      <a:srgbClr val="F3EEEA"/>
    </a:custClr>
    <a:custClr name="Yellow">
      <a:srgbClr val="FFE141"/>
    </a:custClr>
    <a:custClr name="Light Blue">
      <a:srgbClr val="D2F5FF"/>
    </a:custClr>
    <a:custClr name="Pink">
      <a:srgbClr val="FFCDD7"/>
    </a:custClr>
    <a:custClr name="Green">
      <a:srgbClr val="AAE1C8"/>
    </a:custClr>
    <a:custClr name="Color has no name">
      <a:srgbClr val="FFFFFF"/>
    </a:custClr>
    <a:custClr name="Color has no name">
      <a:srgbClr val="FFFFFF"/>
    </a:custClr>
    <a:custClr name="80% KONE Blue">
      <a:srgbClr val="4373F7"/>
    </a:custClr>
    <a:custClr name="80% Black">
      <a:srgbClr val="434343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60% KONE Blue">
      <a:srgbClr val="7296F9"/>
    </a:custClr>
    <a:custClr name="60% Black">
      <a:srgbClr val="727272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40% KONE Blue">
      <a:srgbClr val="A1B9FB"/>
    </a:custClr>
    <a:custClr name="40% Black">
      <a:srgbClr val="A1A1A1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20% KONE Blue">
      <a:srgbClr val="D0DCFD"/>
    </a:custClr>
    <a:custClr name="20% Black">
      <a:srgbClr val="D0D0D0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Red">
      <a:srgbClr val="FF5F28"/>
    </a:custClr>
    <a:custClr name="Orange">
      <a:srgbClr val="FFA023"/>
    </a:custClr>
    <a:custClr name="Green">
      <a:srgbClr val="1ED273"/>
    </a:custClr>
    <a:custClr name="Color has no name">
      <a:srgbClr val="FFFFFF"/>
    </a:custClr>
    <a:custClr name="Color has no name">
      <a:srgbClr val="FFFFF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41185E3773A142ADFF0DD3316D5858" ma:contentTypeVersion="20" ma:contentTypeDescription="Create a new document." ma:contentTypeScope="" ma:versionID="e587ae908042432edf45b3075c44b77f">
  <xsd:schema xmlns:xsd="http://www.w3.org/2001/XMLSchema" xmlns:xs="http://www.w3.org/2001/XMLSchema" xmlns:p="http://schemas.microsoft.com/office/2006/metadata/properties" xmlns:ns1="http://schemas.microsoft.com/sharepoint/v3" xmlns:ns2="29315a3d-10f3-4290-a9ac-f9b0ff3e5f5e" xmlns:ns3="5009a61c-9d0b-4b41-bb09-cf6818589286" xmlns:ns4="31583c00-91dc-4cbc-a08d-eb44bc0cfc09" targetNamespace="http://schemas.microsoft.com/office/2006/metadata/properties" ma:root="true" ma:fieldsID="b027b04da0d4c80534ee11be0b2a32bd" ns1:_="" ns2:_="" ns3:_="" ns4:_="">
    <xsd:import namespace="http://schemas.microsoft.com/sharepoint/v3"/>
    <xsd:import namespace="29315a3d-10f3-4290-a9ac-f9b0ff3e5f5e"/>
    <xsd:import namespace="5009a61c-9d0b-4b41-bb09-cf6818589286"/>
    <xsd:import namespace="31583c00-91dc-4cbc-a08d-eb44bc0cfc0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OCR" minOccurs="0"/>
                <xsd:element ref="ns1:_ip_UnifiedCompliancePolicyProperties" minOccurs="0"/>
                <xsd:element ref="ns1:_ip_UnifiedCompliancePolicyUIActio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4:TaxCatchAll" minOccurs="0"/>
                <xsd:element ref="ns2:lcf76f155ced4ddcb4097134ff3c332f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315a3d-10f3-4290-a9ac-f9b0ff3e5f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Location" ma:index="14" nillable="true" ma:displayName="MediaServiceLocation" ma:internalName="MediaServiceLocation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203b1389-14e1-41a5-be6c-9f77b12621c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09a61c-9d0b-4b41-bb09-cf6818589286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583c00-91dc-4cbc-a08d-eb44bc0cfc09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d93713ef-acc1-4ed5-a9b9-5073845a5478}" ma:internalName="TaxCatchAll" ma:showField="CatchAllData" ma:web="5009a61c-9d0b-4b41-bb09-cf681858928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cf76f155ced4ddcb4097134ff3c332f xmlns="29315a3d-10f3-4290-a9ac-f9b0ff3e5f5e">
      <Terms xmlns="http://schemas.microsoft.com/office/infopath/2007/PartnerControls"/>
    </lcf76f155ced4ddcb4097134ff3c332f>
    <TaxCatchAll xmlns="31583c00-91dc-4cbc-a08d-eb44bc0cfc09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8FAC1866-ECBC-43E4-A690-59F5D54A6496}"/>
</file>

<file path=customXml/itemProps2.xml><?xml version="1.0" encoding="utf-8"?>
<ds:datastoreItem xmlns:ds="http://schemas.openxmlformats.org/officeDocument/2006/customXml" ds:itemID="{CEAEAE21-5629-49D5-ABA4-EC155181B3C0}"/>
</file>

<file path=customXml/itemProps3.xml><?xml version="1.0" encoding="utf-8"?>
<ds:datastoreItem xmlns:ds="http://schemas.openxmlformats.org/officeDocument/2006/customXml" ds:itemID="{CBE6433A-8CD8-42D5-BCB0-2B9A1CB6E68B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834</Words>
  <Application>Microsoft Office PowerPoint</Application>
  <PresentationFormat>Widescreen</PresentationFormat>
  <Paragraphs>264</Paragraphs>
  <Slides>25</Slides>
  <Notes>0</Notes>
  <HiddenSlides>4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KONE Information</vt:lpstr>
      <vt:lpstr>Inter</vt:lpstr>
      <vt:lpstr>Arial</vt:lpstr>
      <vt:lpstr>Inter SemiBold</vt:lpstr>
      <vt:lpstr>KONE</vt:lpstr>
      <vt:lpstr>Guiding principles to using  the KONE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  <vt:lpstr>PowerPoint Presentation</vt:lpstr>
      <vt:lpstr>Timeline</vt:lpstr>
      <vt:lpstr>Timeline</vt:lpstr>
      <vt:lpstr>Roadmap</vt:lpstr>
      <vt:lpstr>Project timeline</vt:lpstr>
      <vt:lpstr>Timeline</vt:lpstr>
      <vt:lpstr>Value proposition</vt:lpstr>
      <vt:lpstr>KONE icons For more information and material: brandbook.kone.com </vt:lpstr>
      <vt:lpstr>KONE numbers</vt:lpstr>
      <vt:lpstr>KONE illustrations For more information and material: brandbook.kone.com </vt:lpstr>
      <vt:lpstr>PowerPoint Presentation</vt:lpstr>
      <vt:lpstr>KONE colors</vt:lpstr>
      <vt:lpstr>Text &amp; typography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2022-12-29T08:06:59Z</dcterms:created>
  <dcterms:modified xsi:type="dcterms:W3CDTF">2023-05-17T10:23:50Z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 by">
    <vt:lpwstr>omnidocs.com</vt:lpwstr>
  </property>
  <property fmtid="{D5CDD505-2E9C-101B-9397-08002B2CF9AE}" pid="3" name="ContentTypeId">
    <vt:lpwstr>0x010100CC41185E3773A142ADFF0DD3316D5858</vt:lpwstr>
  </property>
</Properties>
</file>