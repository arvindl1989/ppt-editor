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99" r:id="rId5"/>
    <p:sldId id="295" r:id="rId6"/>
    <p:sldId id="302" r:id="rId7"/>
    <p:sldId id="296" r:id="rId8"/>
    <p:sldId id="280" r:id="rId9"/>
    <p:sldId id="303" r:id="rId10"/>
    <p:sldId id="297" r:id="rId11"/>
    <p:sldId id="268" r:id="rId12"/>
    <p:sldId id="293" r:id="rId13"/>
    <p:sldId id="294" r:id="rId14"/>
    <p:sldId id="301" r:id="rId15"/>
    <p:sldId id="284" r:id="rId16"/>
    <p:sldId id="270" r:id="rId17"/>
    <p:sldId id="271" r:id="rId18"/>
    <p:sldId id="272" r:id="rId19"/>
    <p:sldId id="289" r:id="rId20"/>
    <p:sldId id="274" r:id="rId21"/>
    <p:sldId id="286" r:id="rId22"/>
    <p:sldId id="290" r:id="rId23"/>
    <p:sldId id="291" r:id="rId24"/>
    <p:sldId id="292" r:id="rId25"/>
    <p:sldId id="283" r:id="rId26"/>
    <p:sldId id="298" r:id="rId27"/>
    <p:sldId id="300" r:id="rId28"/>
    <p:sldId id="282" r:id="rId29"/>
  </p:sldIdLst>
  <p:sldSz cx="12192000" cy="6858000"/>
  <p:notesSz cx="6858000" cy="9144000"/>
  <p:embeddedFontLst>
    <p:embeddedFont>
      <p:font typeface="Inter" panose="02000503000000020004" pitchFamily="2" charset="0"/>
      <p:regular r:id="rId32"/>
      <p:bold r:id="rId33"/>
      <p:italic r:id="rId34"/>
      <p:boldItalic r:id="rId35"/>
    </p:embeddedFont>
    <p:embeddedFont>
      <p:font typeface="Inter SemiBold" panose="02000503000000020004" pitchFamily="2" charset="0"/>
      <p:bold r:id="rId36"/>
    </p:embeddedFont>
    <p:embeddedFont>
      <p:font typeface="KONE Information" panose="020B0603040000020003" pitchFamily="34" charset="-79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523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852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A1-4198-ACD8-D73458E0A6E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A1-4198-ACD8-D73458E0A6E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A1-4198-ACD8-D73458E0A6E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4A1-4198-ACD8-D73458E0A6E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4A1-4198-ACD8-D73458E0A6E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4A1-4198-ACD8-D73458E0A6E4}"/>
              </c:ext>
            </c:extLst>
          </c:dPt>
          <c:cat>
            <c:strRef>
              <c:f>Sheet1!$A$2:$A$7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A1-4198-ACD8-D73458E0A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427203409767097E-2"/>
          <c:y val="8.4968028700229598E-2"/>
          <c:w val="0.91064769371485321"/>
          <c:h val="0.78567613872649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4C-470A-9FBC-4911F8950E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4C-470A-9FBC-4911F8950E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4C-470A-9FBC-4911F8950EA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14C-470A-9FBC-4911F8950EA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4C-470A-9FBC-4911F8950EA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Sheet1!$G$2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14C-470A-9FBC-4911F8950E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axId val="571813744"/>
        <c:axId val="571816040"/>
      </c:barChart>
      <c:catAx>
        <c:axId val="571813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816040"/>
        <c:crosses val="autoZero"/>
        <c:auto val="1"/>
        <c:lblAlgn val="ctr"/>
        <c:lblOffset val="100"/>
        <c:noMultiLvlLbl val="0"/>
      </c:catAx>
      <c:valAx>
        <c:axId val="571816040"/>
        <c:scaling>
          <c:orientation val="minMax"/>
          <c:max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571813744"/>
        <c:crosses val="autoZero"/>
        <c:crossBetween val="between"/>
        <c:majorUnit val="20"/>
      </c:valAx>
      <c:spPr>
        <a:noFill/>
        <a:ln w="25400">
          <a:noFill/>
        </a:ln>
        <a:effectLst>
          <a:glow rad="63500">
            <a:schemeClr val="accent3">
              <a:satMod val="175000"/>
              <a:alpha val="40000"/>
            </a:schemeClr>
          </a:glow>
          <a:softEdge rad="266700"/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450F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E4-4CEA-BE0F-447DFC73FE8C}"/>
              </c:ext>
            </c:extLst>
          </c:dPt>
          <c:dPt>
            <c:idx val="1"/>
            <c:bubble3D val="0"/>
            <c:spPr>
              <a:solidFill>
                <a:srgbClr val="4373F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E4-4CEA-BE0F-447DFC73FE8C}"/>
              </c:ext>
            </c:extLst>
          </c:dPt>
          <c:dPt>
            <c:idx val="2"/>
            <c:bubble3D val="0"/>
            <c:spPr>
              <a:solidFill>
                <a:srgbClr val="7296F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4E4-4CEA-BE0F-447DFC73FE8C}"/>
              </c:ext>
            </c:extLst>
          </c:dPt>
          <c:dPt>
            <c:idx val="3"/>
            <c:bubble3D val="0"/>
            <c:spPr>
              <a:solidFill>
                <a:srgbClr val="A1B9F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4E4-4CEA-BE0F-447DFC73FE8C}"/>
              </c:ext>
            </c:extLst>
          </c:dPt>
          <c:dPt>
            <c:idx val="4"/>
            <c:bubble3D val="0"/>
            <c:spPr>
              <a:solidFill>
                <a:srgbClr val="A1B9F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4E4-4CEA-BE0F-447DFC73FE8C}"/>
              </c:ext>
            </c:extLst>
          </c:dPt>
          <c:dPt>
            <c:idx val="5"/>
            <c:bubble3D val="0"/>
            <c:spPr>
              <a:solidFill>
                <a:srgbClr val="D0DCF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4E4-4CEA-BE0F-447DFC73FE8C}"/>
              </c:ext>
            </c:extLst>
          </c:dPt>
          <c:cat>
            <c:strRef>
              <c:f>Sheet1!$A$2:$A$7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E4-4CEA-BE0F-447DFC73F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427203409767097E-2"/>
          <c:y val="8.4968028700229598E-2"/>
          <c:w val="0.91064769371485321"/>
          <c:h val="0.78567613872649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1450F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450F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B5-49BF-9460-F8897363E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4373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B5-49BF-9460-F8897363E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7296F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B5-49BF-9460-F8897363E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A1B9FB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4B5-49BF-9460-F8897363E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D0DCFD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B5-49BF-9460-F8897363E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axId val="571813744"/>
        <c:axId val="571816040"/>
      </c:barChart>
      <c:catAx>
        <c:axId val="571813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816040"/>
        <c:crosses val="autoZero"/>
        <c:auto val="1"/>
        <c:lblAlgn val="ctr"/>
        <c:lblOffset val="100"/>
        <c:noMultiLvlLbl val="0"/>
      </c:catAx>
      <c:valAx>
        <c:axId val="571816040"/>
        <c:scaling>
          <c:orientation val="minMax"/>
          <c:max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571813744"/>
        <c:crosses val="autoZero"/>
        <c:crossBetween val="between"/>
        <c:majorUnit val="20"/>
      </c:valAx>
      <c:spPr>
        <a:noFill/>
        <a:ln w="25400">
          <a:noFill/>
        </a:ln>
        <a:effectLst>
          <a:glow rad="63500">
            <a:schemeClr val="accent3">
              <a:satMod val="175000"/>
              <a:alpha val="40000"/>
            </a:schemeClr>
          </a:glow>
          <a:softEdge rad="266700"/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22B7-12BE-4814-9BF9-CF0C92ACA324}" type="datetime1">
              <a:rPr lang="en-GB" sz="900" smtClean="0"/>
              <a:t>23/07/2026</a:t>
            </a:fld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900" smtClean="0"/>
              <a:t>‹#›</a:t>
            </a:fld>
            <a:endParaRPr lang="en-GB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DA245902-357C-4DB6-A169-6A42642CA7C0}" type="datetime1">
              <a:rPr lang="en-GB" smtClean="0"/>
              <a:t>23/07/2026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E56AE-F93B-3A82-4B1F-0864FE95C3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5" name="Tagline">
            <a:extLst>
              <a:ext uri="{FF2B5EF4-FFF2-40B4-BE49-F238E27FC236}">
                <a16:creationId xmlns:a16="http://schemas.microsoft.com/office/drawing/2014/main" id="{6633AAE2-0757-ABFB-DFAE-D8049C1800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6887-0250-80F2-C728-8664557D7D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B8677B2-F8C6-4B8C-A98C-5F2D63AC5F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08111-67B9-5864-C810-CF4871B1C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21AF202-586B-42C8-D129-41F46C0170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B0351BF-602B-98FD-04C1-7A5DCCB8E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66E48D-DBFB-AD92-6073-15C3BBC633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341312C-F179-411C-BDB3-57F19742B8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9E3BE3-F0EB-96BA-89DD-BCA90A71AE2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4BC1135-78CB-7181-0264-9AC96D5B8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A00F-3D79-2156-B985-55FC0726F7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EC3846C-9635-4F43-AC58-2C32B88FB8C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4" name="Tagline">
            <a:extLst>
              <a:ext uri="{FF2B5EF4-FFF2-40B4-BE49-F238E27FC236}">
                <a16:creationId xmlns:a16="http://schemas.microsoft.com/office/drawing/2014/main" id="{A82E153D-3DA2-52C3-4E58-E1588B08C5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E6B5-260D-D22F-CDC6-100184A9E4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46DDB7-75C9-F527-096E-003F036DB0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62AB56-683B-4F73-898B-02A0240F7996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815B9F30-A1C0-8571-7A33-D7C70DF6EB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F3A3-E857-82E4-0DC4-273360C2E1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35D144F5-6F84-AA91-451A-1025B96172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5280" y="0"/>
            <a:ext cx="5896720" cy="4644000"/>
          </a:xfrm>
          <a:custGeom>
            <a:avLst/>
            <a:gdLst>
              <a:gd name="connsiteX0" fmla="*/ 3143920 w 5896720"/>
              <a:gd name="connsiteY0" fmla="*/ 0 h 4644000"/>
              <a:gd name="connsiteX1" fmla="*/ 5896720 w 5896720"/>
              <a:gd name="connsiteY1" fmla="*/ 0 h 4644000"/>
              <a:gd name="connsiteX2" fmla="*/ 5896720 w 5896720"/>
              <a:gd name="connsiteY2" fmla="*/ 4644000 h 4644000"/>
              <a:gd name="connsiteX3" fmla="*/ 3143920 w 5896720"/>
              <a:gd name="connsiteY3" fmla="*/ 4644000 h 4644000"/>
              <a:gd name="connsiteX4" fmla="*/ 0 w 5896720"/>
              <a:gd name="connsiteY4" fmla="*/ 0 h 4644000"/>
              <a:gd name="connsiteX5" fmla="*/ 2747920 w 5896720"/>
              <a:gd name="connsiteY5" fmla="*/ 0 h 4644000"/>
              <a:gd name="connsiteX6" fmla="*/ 2747920 w 5896720"/>
              <a:gd name="connsiteY6" fmla="*/ 3536725 h 4644000"/>
              <a:gd name="connsiteX7" fmla="*/ 0 w 5896720"/>
              <a:gd name="connsiteY7" fmla="*/ 3536725 h 46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720" h="4644000">
                <a:moveTo>
                  <a:pt x="3143920" y="0"/>
                </a:moveTo>
                <a:lnTo>
                  <a:pt x="5896720" y="0"/>
                </a:lnTo>
                <a:lnTo>
                  <a:pt x="5896720" y="4644000"/>
                </a:lnTo>
                <a:lnTo>
                  <a:pt x="3143920" y="4644000"/>
                </a:lnTo>
                <a:close/>
                <a:moveTo>
                  <a:pt x="0" y="0"/>
                </a:moveTo>
                <a:lnTo>
                  <a:pt x="2747920" y="0"/>
                </a:lnTo>
                <a:lnTo>
                  <a:pt x="2747920" y="3536725"/>
                </a:lnTo>
                <a:lnTo>
                  <a:pt x="0" y="3536725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3168000" tIns="0" anchor="ctr" anchorCtr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F6A7-92A2-AA14-3C8B-5550669C2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5B0C8-D9E9-41D2-8E25-3E96E8092C88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C4631EBB-BCCA-9772-71E0-1F1D7B401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060FB-3310-98A7-57F4-78B4341F59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1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264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8B04237-93E9-2A83-D3FD-51334880D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366ADC-C142-4C38-8B82-58BD11CFE87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6" name="Tagline Placeholder 9">
            <a:extLst>
              <a:ext uri="{FF2B5EF4-FFF2-40B4-BE49-F238E27FC236}">
                <a16:creationId xmlns:a16="http://schemas.microsoft.com/office/drawing/2014/main" id="{C92D76CC-B0DB-7004-9A7C-05178E55E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226" y="6035426"/>
            <a:ext cx="1268011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196-87BD-4F24-D4E8-88C1C61EFA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id="{1F95E159-5DC6-5281-03F6-81FA3A49180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27888" y="0"/>
            <a:ext cx="4965312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492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728493"/>
            <a:ext cx="5500688" cy="4264320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41414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9" name="Logo Placeholder 9">
            <a:extLst>
              <a:ext uri="{FF2B5EF4-FFF2-40B4-BE49-F238E27FC236}">
                <a16:creationId xmlns:a16="http://schemas.microsoft.com/office/drawing/2014/main" id="{A8446264-65F7-50E8-101F-16D851063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4953A64-F296-B8C4-E472-915A7AB133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AB1455-E7F4-13CA-4E4B-5EA74ED886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7A55-6DFF-8810-13BD-74293F7DA73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727601"/>
            <a:ext cx="792000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00:00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01762" y="1727601"/>
            <a:ext cx="4530725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point, one line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2CF03C-775B-9CEC-DDF4-B4B4D431168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527606D-AF65-44AC-B6B8-D7FB28FAFE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419E34-5713-02D9-7C34-B1C4B3F096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353B-7C2A-6F34-3538-7EDFCB3C532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FC9A1BA-7221-3437-C50A-A8C3B38BB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999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D1017B-5B93-51A9-55B3-ED901BAC8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4824" y="863601"/>
            <a:ext cx="5502276" cy="5129212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B3697-5A10-3954-BA5B-20BE868C8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BACF6F-EE42-438C-B9D6-4EC9BC1A039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DB83AA-C7F5-3811-A406-CF7545F6CE4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D356A-C127-FB33-B378-582BA8F87D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A3B49E2-9E84-91C3-98CA-04B09D4BCD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numberin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4825" y="863600"/>
            <a:ext cx="5502275" cy="51292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6518A5-9FAA-712E-01B8-639ADF417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31800" y="863600"/>
            <a:ext cx="3559175" cy="5129213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9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5898B-D014-FEF8-76FB-CD7EFBDBEE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9C7805-947D-494A-B9CE-079065BCB7F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15F9E2-0B99-7A51-9C5E-B08CBFF6D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BB8A15-47A1-6043-EE6C-737565CB6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3D94-964E-D1A3-7591-4324D5CC73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585EFDD-1BE3-41F7-8EA3-6527C9483E0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A3AA-D261-55B8-5B90-FA3A9497A7B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8593C1-5DDB-15C0-F22A-0D07BD09E4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3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bg>
      <p:bgPr>
        <a:solidFill>
          <a:srgbClr val="FFCD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858F0-1785-72FD-D321-713A598D7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CD8B827-E528-4113-BCCE-1033716C8A4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2296-451F-F708-169F-BE02BE9CE4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09D84-863D-9742-C257-72CC58075F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FEDA-5D8F-4472-AE64-1F75A9CBEDC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535FCDD-347F-4F43-97BE-D9AE0412B32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8B97-07B4-4391-2950-576BB23CE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5AFE99-0C7F-B5D4-26E6-721E0D4326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3558975" cy="42656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86375" y="1295399"/>
            <a:ext cx="6472037" cy="4265613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paste copied KONE icon or KONE illustration                        (see slides in the end of the presentation)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436633-BBBA-0984-F2D7-081A410FDA3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402555" y="6271200"/>
            <a:ext cx="1617663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fld id="{C38F3DA6-9EA3-44F3-A9A6-059BE164AA0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1C10E4-D76F-BD9C-4317-9C6E675E7D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31800" y="6271200"/>
            <a:ext cx="648499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pPr algn="l"/>
            <a:fld id="{23AA811B-2EBD-4900-905E-5BE206449611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3" name="Tagline">
            <a:extLst>
              <a:ext uri="{FF2B5EF4-FFF2-40B4-BE49-F238E27FC236}">
                <a16:creationId xmlns:a16="http://schemas.microsoft.com/office/drawing/2014/main" id="{FCA395D3-4399-25BD-36DA-4C05E7B8AE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074-812E-82E9-3CE3-4971846D80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44863" y="6271200"/>
            <a:ext cx="355924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just titl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535F61-80F7-FEAD-C0B1-B205E614A4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3F10-785E-74E3-41C9-A32A0FC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C48F-08E1-40B5-8BD1-04B1C34134D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0BE-B639-C6FF-F3E9-5B3703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57EBA-4629-14FF-9DD2-F34CC946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29AC5F4-D652-D6EC-6B17-EF0CF243CD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28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9BD4-4D39-2DFD-3452-2B27088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71B5-4674-4B04-8EB6-0B35CE4D31E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C40B8-E555-B912-7D74-AEFEAFE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19DB-0A1C-D31A-F3F3-8E4447B4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3364F2-0EA0-234E-7BC9-E8DF25E6A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64768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1511882"/>
            <a:ext cx="8736338" cy="33854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604D4D7-44C9-D0B0-8881-4766DF7C87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6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2"/>
            <a:ext cx="8737400" cy="584612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4000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368846"/>
            <a:ext cx="8736338" cy="338542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cap="all" baseline="0">
                <a:solidFill>
                  <a:srgbClr val="1450F5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745A831-2F0F-142B-7A77-7C02C4F751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15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2160000"/>
            <a:ext cx="5500688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9514" y="2160000"/>
            <a:ext cx="550148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ED8-9330-4118-88BE-11A30FFD7FA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A89E774-2464-2A29-0AC6-D867370F04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1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112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CAC6-7E1E-437B-98A1-71C04751BE3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148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023AB5E-21C9-E39C-13CD-BE095656A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3560400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199"/>
            <a:ext cx="744277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CF8E-BEA5-49D6-9EEB-D2C388E49C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4C0103B-0E28-FA6A-2D1E-C523A53A4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8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0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59999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59999"/>
            <a:ext cx="7442775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C0E1-1BCD-4AEC-90FF-0EAD2019F53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F7B231-0338-08B1-A6A5-9318190E0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13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00FB025-1459-4F5A-B4E2-F32A8127E67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ADA4EA1-54A4-5AF6-6248-DB2EF68273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B58FE7-8D6F-4ED8-B566-1CE1D7B7979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C7ED62A-EDD7-D5A0-E200-80AD55665B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D5AADE4-FF53-4C7F-9CA3-5BD6767BE0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765F2F6-BD68-9BD6-6E5C-8BF4E69894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AA6DB2-E736-451A-86F1-1796C238F2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8FD27A1-FB85-F7FD-F51B-85DFBC9730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5029-5E8C-01A6-527F-9856D0853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0310"/>
            <a:ext cx="355917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6375" y="1296000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6374" y="3805925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2586710"/>
            <a:ext cx="3559175" cy="3408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99438" y="1296000"/>
            <a:ext cx="3559421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96837" y="3805925"/>
            <a:ext cx="3560763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CA437E-B9E9-6E96-C918-140C31215EC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6AE01A-3E9C-45AD-8FF2-AD12D426AF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3FA518-74A4-049B-B657-631FB56E36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0149EE-DBF1-636D-84BA-A543C7D608C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BBAFA7D-9B89-6A14-CD33-FD654EAC0C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4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712B-4E71-D432-07E8-176AED5BF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7200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7200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ACEEC-FBDD-4434-C252-D718F2800E7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3E73D4-C8CD-49C2-9B93-446187B5812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4BEAB8-67C2-FEB2-B84D-7CA461A8C2C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40D61E-53EF-7DF5-0A8B-5AF2168ADC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B7C8CE4-85E1-157F-ABB7-C96BAFD1B3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6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CBBC1B-7DB9-FFF8-7936-68B9FD809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9387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9387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D84BC30-2E53-95BB-159A-27022A86E7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A501290-3DB8-4FBF-85FF-74D7D57F4A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63327-8549-BFBC-C12F-0F2EE4CEB9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BBE820-A6DC-772D-F054-F8C66D66D8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74519A9-6173-3C01-2E63-A1EAFA6CF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3559421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4211999"/>
            <a:ext cx="3560763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4211999"/>
            <a:ext cx="3559175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3559421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14824" y="1296000"/>
            <a:ext cx="3560763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99437" y="1296000"/>
            <a:ext cx="355917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4986-31E7-BAE8-CA1B-F5B4CBF5C3E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4FA8394-B24F-4012-8AE0-19DD34A4F4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B38A3-76D1-5B2E-34F6-B428F29B8E9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98BB5F-632D-E279-A632-26AB519DE7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304DF20-B93E-FE60-B633-7687AC79CC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67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7C6C78-AA9F-E189-5122-109D0D23B3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0174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258742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443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567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7DFC0363-CB96-D528-E468-26416AB6B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70174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BE0F-04F9-2690-DFB4-0F6ACCF1B10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BCE9A6C-6F78-4866-80B7-33609228B9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00B170-AC5D-EAC3-2320-3B4DFD1B16D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6D2885-B2E8-0040-99BE-F80685F94A0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E8106FF-3137-A6D8-75D8-87C143FB86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1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27888" y="0"/>
            <a:ext cx="4964112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275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275"/>
            <a:ext cx="5500488" cy="38335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Enter &amp; TAB to view next text style                         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D723CC-C5EC-1B89-E2EB-8AB617A6BEE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93AA36F-07E0-4F73-B4DA-843D602159D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96B61E-4F55-158A-C4D7-E0F9A0FA89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B29ED6-1D0A-E571-379F-406766840D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74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48094B-5847-F423-0863-6965AED232F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7BC057B-20B4-4810-9779-357E9678FD3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8E7F373-4EF5-1B08-D6D0-2BED222C6BF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B31CAA-1E21-144C-14AA-55C00871F6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80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39726C-2352-E5B0-37A7-FDA710E1F2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C0C69A-09B6-92AF-CEDB-A406E55050C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AEE34-85CE-DB94-DFA5-A1D8E59B49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249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04038" y="0"/>
            <a:ext cx="5287961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865" y="2159599"/>
            <a:ext cx="2587424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A0F82-1F04-1433-780D-43245296694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6F559AB-4E19-49CB-922A-0AF5EE505EA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97C4B-7D31-8BD7-17D6-39126FAAEF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388408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02068-5840-6383-7A3E-9105714A8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35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5CE144D-A48B-B651-6421-2E3839D1015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B8BB80-B438-4D7F-B43E-241BC67D20F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3BBAE-C30C-E8E8-585D-15B666127A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F83F022-3943-A7D5-E55F-3A04F038999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53BCA-6A78-D761-D137-762E30CAF56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9FD7A8E-23DD-4730-951E-506AFAA97F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6078F26-F7AC-1049-FBAA-9B6D1212425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681B75-6E63-9592-329F-10AFD1F202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07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838759A4-5A07-B197-1979-E5734155B68E}"/>
              </a:ext>
            </a:extLst>
          </p:cNvPr>
          <p:cNvSpPr/>
          <p:nvPr userDrawn="1"/>
        </p:nvSpPr>
        <p:spPr>
          <a:xfrm flipH="1">
            <a:off x="3990974" y="-1"/>
            <a:ext cx="8201025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32000" y="863599"/>
            <a:ext cx="2587425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94E8E04-B718-4B51-3AA6-9AEE559BC1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8163" y="863599"/>
            <a:ext cx="4528937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9FF0-6701-A7F5-CAF0-E4EBE21C980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942A37-95FD-4159-ACCA-64050B292F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96-D719-9C2D-67E1-BC101C7A27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14824" y="6271200"/>
            <a:ext cx="550237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54B431-8F25-9151-AC22-F3B4A2A37B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434882F-14D2-116B-596C-3D34C7F53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E7AA6F-BFFE-F82D-91CB-6094E875CD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4A3C097-F404-4330-9057-E563015B653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428E3F5-812B-765C-D40C-EE734C15C0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44A73F-D508-6B1B-289D-071BDB4B58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0F67A741-2B6F-4B01-BB70-250123AA73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92E8A4-1DC1-7E19-7A7B-1BEC8823348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32FFC3C-FBBE-4BC2-9B86-14593DA16D6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496A31-36AB-1CBE-E2EB-FB3E970B4F2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C5A54F-ABA3-24FC-32D0-9A8929CE35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C205A02-C5FA-2D02-297B-B454914D0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4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FFE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2D402C-E70D-F27F-FE34-428AAC7083B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D22E539-52ED-42EF-8C4E-77642FC3892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48934-B7CF-1F66-AC02-555B7CF7B8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23C8A0-CE7C-6457-D5BB-4B6C4B8D52B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89B4036-DE21-F095-6304-E424DEE40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AAE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2000"/>
            <a:ext cx="2587425" cy="29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2C83F8-20AE-3E19-9A0D-7BC1312237D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DF390B-A7F8-4DD2-9596-2249D88844A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92BB4F-4B38-08A3-AF24-AED8916FC2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12F855-F51A-F62F-2C0E-BBA6E830676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2CB7C465-163F-71D9-5229-E5543672A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8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D2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41B102-E610-127C-B041-7F81AE889B8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B2E2376-5A7A-40E6-88EA-759D6E2AAC1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5FD77D-59E5-67F7-D58C-B34E6ED7C7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746BEF-1234-B799-0E08-B0E57B3C4F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13806DF-5A9E-9F08-C018-250920DD5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4pt) and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710113" cy="4318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7694-2C08-CDA5-FB30-ED947262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2104-CEF1-40C1-BCF2-3A0E82B7C66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222690-853A-A5B5-6680-A5FA3302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B6DAB-7347-72B4-71DA-C337628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0DB8D2A-3840-68DF-003B-B520FE62DF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picture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D11BA8F4-B1CE-D43E-C7A4-49D237FA4EE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2935558-B22E-4907-A0EB-8F14825EC54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83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video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4868A2-D799-1A78-E721-B8741B16888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858000"/>
          </a:xfrm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media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48840A5A-F3BA-45A8-8C96-9C42C716215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2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9"/>
            <a:ext cx="11325600" cy="426501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FEC3E-6E6B-4102-7F2D-D02DABBA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4A7A-1F63-4076-91F9-53FD512D814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C2AC78-251C-03D3-ADF1-289B507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95647F-A8D8-291E-EC18-4F5FEE3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861" y="876610"/>
            <a:ext cx="9385100" cy="1476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861" y="3468610"/>
            <a:ext cx="3559421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3468610"/>
            <a:ext cx="3560763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3468610"/>
            <a:ext cx="3559175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F72AC-0AEB-CD4E-C353-516E3FCCA9D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085EEC-8B46-4882-BF92-91CE51B8DAD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56277EE-36AD-DEB4-1972-00F04ED2AF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62844C-2CF7-7E8F-5231-1181389A33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600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600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D06B-1DCC-4C16-88C1-4EC6626CBC3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13F162A-57B9-D888-A5CF-041FD8CE3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599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599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292E-454A-44B9-B98A-0C5DB9528EB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DB60543-B803-CAF9-C1DF-4D6D7E0185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145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863600"/>
            <a:ext cx="6796800" cy="5129600"/>
          </a:xfrm>
        </p:spPr>
        <p:txBody>
          <a:bodyPr anchor="t" anchorCtr="0"/>
          <a:lstStyle>
            <a:lvl1pPr algn="l">
              <a:defRPr sz="4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DBFADF-4444-E2FC-E3FF-E9B2ECB7AD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442F38-8BB2-416E-BDE1-AB8FAEA17F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E8EE1C-6D15-587A-A622-BB0B18DC72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7DF0F1-8851-4B1B-E69E-B4481A1B8F1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9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999" y="863600"/>
            <a:ext cx="3558975" cy="5129600"/>
          </a:xfrm>
        </p:spPr>
        <p:txBody>
          <a:bodyPr anchor="t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C9C3D8-A7D7-6E84-425A-13F9C95191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69400" y="1295400"/>
            <a:ext cx="2590836" cy="469741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Char char="​"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0BF9C2E-764D-C8D3-307E-2C7C64065EA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DE763E-B74F-488B-BD1C-A2D102E3301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2BE8BE-C5DA-2CFD-3512-1EAB58C26B1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270450-3A7E-0E81-5655-8CBB2BDC23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7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2587425" cy="1041400"/>
          </a:xfrm>
        </p:spPr>
        <p:txBody>
          <a:bodyPr anchor="t" anchorCtr="0"/>
          <a:lstStyle>
            <a:lvl1pPr algn="l">
              <a:defRPr sz="32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title, 2 lines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8C4A23D-C069-B4C3-BEC4-4F4A5F7B4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6167" y="1295400"/>
            <a:ext cx="6470896" cy="4265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0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2pPr>
            <a:lvl3pPr marL="18000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quotation or statement</a:t>
            </a:r>
          </a:p>
          <a:p>
            <a:pPr lvl="1"/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42DD10D-531F-A279-8C9A-40536F40654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7CAD82-A73A-49CC-819B-F8752480061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2022E-305E-D013-0604-3AB955F20E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A08871-C354-99A2-1236-7586A680F6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713A999-F824-6537-BE90-F8ED2A28F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0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8438FD-4938-EABD-A952-419D76F3E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5992813"/>
            <a:ext cx="1617663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Name Surname add Title in next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3312" y="5992813"/>
            <a:ext cx="3559176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56D8F9B-62C4-4718-8177-E99FE077EA6B}" type="datetime3">
              <a:rPr lang="en-US" smtClean="0"/>
              <a:t>23 July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3946FFF-1566-4894-B74A-941F661FB9F4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1E1F038-8583-6F9E-29EB-F8C2D9432A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049462" y="1860603"/>
            <a:ext cx="8099979" cy="31367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on frame to change picture, using the Insert tab, Pictures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49462" y="1860604"/>
            <a:ext cx="8099979" cy="313679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noFill/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</p:spTree>
    <p:extLst>
      <p:ext uri="{BB962C8B-B14F-4D97-AF65-F5344CB8AC3E}">
        <p14:creationId xmlns:p14="http://schemas.microsoft.com/office/powerpoint/2010/main" val="4931491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3560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5107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98213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E2B42F0-17CE-4291-A62D-6BBB35AE2D5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56BC16E-C4D8-1D47-02F8-7CBE22A468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hre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2588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4864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729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70213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691B107-46C2-4D5E-A4D1-6D1490D257C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315AAE8-06E5-1F02-90BC-4A6DDED4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79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Fiv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3560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5107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07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98213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8213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84AB3C-C89B-4811-8519-DFA11D99F9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3266DD73-667B-DCF4-67BB-A5CEB165A7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even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8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44864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4864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7729" y="1296000"/>
            <a:ext cx="2587822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7729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42111F8-D026-4080-A7D1-2BD64D26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0213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BE8FA1-8429-3E59-4329-D75343EBDC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70213" y="3643200"/>
            <a:ext cx="2588400" cy="191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3FB1D18-B6A1-47AA-85AF-1BADCA51AB4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373103F-C053-E6AB-8624-1A57572688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0C35B-2366-A98F-8540-58AC4029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EFE6B-11C5-4604-A6DA-8CBF5DB9725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EB71-A8EE-CF18-807D-A4655231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4170B-C4A3-744E-C4CE-948DDA7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D583CC55-F2B7-571E-5105-2FE9888EF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31800" y="448713"/>
            <a:ext cx="11326813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BB3B459-CDFE-44C8-879C-511BDE5A6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3785" y="1306551"/>
            <a:ext cx="2488986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apply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1600" b="0" cap="all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Colors</a:t>
            </a:r>
            <a:endParaRPr lang="en-US" sz="1600" cap="all" baseline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colors from top row and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all Custom Colors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noProof="1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6B3FBB4-61DE-493B-8F38-CB78E008D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31286" y="1306551"/>
            <a:ext cx="25780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</a:t>
            </a:r>
            <a:b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placeholders to their default settings</a:t>
            </a:r>
            <a:endParaRPr lang="en-US" altLang="da-DK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picture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17EA80A0-F605-4897-AE2A-18933CAB6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10588" y="1306551"/>
            <a:ext cx="250573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tab. Write the desired text in Footer field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(apply text on all slides)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(apply text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 or several selected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slide(s)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01896-43DD-469D-A55E-AA24E7801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6761" y="3073933"/>
            <a:ext cx="257143" cy="285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2642E-922E-4D3E-9481-C027E3A93C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6761" y="4576990"/>
            <a:ext cx="475428" cy="176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7E3D92-3923-49A5-9D66-A01D05298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901" t="45142" r="62601" b="9046"/>
          <a:stretch/>
        </p:blipFill>
        <p:spPr>
          <a:xfrm>
            <a:off x="6559342" y="2719441"/>
            <a:ext cx="341204" cy="321707"/>
          </a:xfrm>
          <a:prstGeom prst="rect">
            <a:avLst/>
          </a:prstGeom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E4BD888-DAA9-4A3B-ADD9-0ACB9540A6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6761" y="3893345"/>
            <a:ext cx="328881" cy="505501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ADF46DFB-ABDB-43BA-AD93-FDEE2D764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31756" y="1736321"/>
            <a:ext cx="538465" cy="172841"/>
          </a:xfrm>
          <a:prstGeom prst="rect">
            <a:avLst/>
          </a:prstGeom>
        </p:spPr>
      </p:pic>
      <p:pic>
        <p:nvPicPr>
          <p:cNvPr id="27" name="Picture 19">
            <a:extLst>
              <a:ext uri="{FF2B5EF4-FFF2-40B4-BE49-F238E27FC236}">
                <a16:creationId xmlns:a16="http://schemas.microsoft.com/office/drawing/2014/main" id="{CF6F40E1-EF2A-4675-A88E-429AD3ADD3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35486" y="3592844"/>
            <a:ext cx="313788" cy="543900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1EEB59ED-856C-4646-8080-8164D2973D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1712" y="1844297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255389D-CF36-4F44-B13C-FA0B1F4288A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3BD4-04BC-40A0-B801-FB79B08840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836761" y="2312091"/>
            <a:ext cx="457143" cy="257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4B430-598D-2E99-6E4B-D6C02EB952C8}"/>
              </a:ext>
            </a:extLst>
          </p:cNvPr>
          <p:cNvGrpSpPr/>
          <p:nvPr userDrawn="1"/>
        </p:nvGrpSpPr>
        <p:grpSpPr>
          <a:xfrm>
            <a:off x="2609062" y="4912403"/>
            <a:ext cx="908298" cy="1624601"/>
            <a:chOff x="2814462" y="4912403"/>
            <a:chExt cx="908298" cy="1624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8A0D89-F8AD-6CF5-B3FB-BE587B1CDB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831584" y="4912403"/>
              <a:ext cx="886146" cy="162460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A934DC-FA1A-DC70-83F7-27998B95736D}"/>
                </a:ext>
              </a:extLst>
            </p:cNvPr>
            <p:cNvGrpSpPr/>
            <p:nvPr userDrawn="1"/>
          </p:nvGrpSpPr>
          <p:grpSpPr>
            <a:xfrm>
              <a:off x="2814462" y="5039012"/>
              <a:ext cx="905404" cy="1472528"/>
              <a:chOff x="8577240" y="2433052"/>
              <a:chExt cx="1602907" cy="26065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FE5EC-D0C6-3DCA-5326-C4ABCCCF67C0}"/>
                  </a:ext>
                </a:extLst>
              </p:cNvPr>
              <p:cNvSpPr/>
              <p:nvPr userDrawn="1"/>
            </p:nvSpPr>
            <p:spPr>
              <a:xfrm>
                <a:off x="8589162" y="2433052"/>
                <a:ext cx="1590985" cy="278066"/>
              </a:xfrm>
              <a:prstGeom prst="rect">
                <a:avLst/>
              </a:prstGeom>
              <a:noFill/>
              <a:ln w="25400">
                <a:solidFill>
                  <a:srgbClr val="1ED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en-US" sz="1796" dirty="0" err="1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CC41C02-4D1D-4E89-3D88-326D877CDE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77240" y="2756927"/>
                <a:ext cx="1602906" cy="600872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9EB37F5-BB01-3A7B-EB3C-1D4F99D0E2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611332" y="2764381"/>
                <a:ext cx="1556893" cy="60913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B902546-2079-28AB-65C1-930E8477C7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89160" y="4726799"/>
                <a:ext cx="1579065" cy="31284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E48439-C4D1-F75F-D1B3-656A60CC23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589160" y="4726799"/>
                <a:ext cx="1579065" cy="22668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2180E8-F3CC-DA64-6CE6-99C382C697CF}"/>
                </a:ext>
              </a:extLst>
            </p:cNvPr>
            <p:cNvSpPr/>
            <p:nvPr userDrawn="1"/>
          </p:nvSpPr>
          <p:spPr>
            <a:xfrm>
              <a:off x="2824091" y="5633428"/>
              <a:ext cx="898669" cy="604321"/>
            </a:xfrm>
            <a:prstGeom prst="rect">
              <a:avLst/>
            </a:prstGeom>
            <a:noFill/>
            <a:ln w="25400">
              <a:solidFill>
                <a:srgbClr val="1ED2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796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87821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 dirty="0">
                <a:solidFill>
                  <a:schemeClr val="bg1"/>
                </a:solidFill>
              </a:rPr>
              <a:t>If you see any </a:t>
            </a:r>
            <a:r>
              <a:rPr lang="en-US" sz="4400" b="0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layouts after this </a:t>
            </a:r>
            <a:r>
              <a:rPr lang="en-US" sz="4400" b="0" i="0" noProof="0" dirty="0">
                <a:solidFill>
                  <a:schemeClr val="bg1"/>
                </a:solidFill>
              </a:rPr>
              <a:t>one</a:t>
            </a:r>
            <a:r>
              <a:rPr lang="en-US" sz="4400" b="1" i="1" noProof="0" dirty="0">
                <a:solidFill>
                  <a:schemeClr val="bg1"/>
                </a:solidFill>
              </a:rPr>
              <a:t>,</a:t>
            </a:r>
            <a:br>
              <a:rPr lang="en-US" sz="4400" b="0" i="0" noProof="0" dirty="0">
                <a:solidFill>
                  <a:schemeClr val="bg1"/>
                </a:solidFill>
              </a:rPr>
            </a:br>
            <a:r>
              <a:rPr lang="en-US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US" sz="4400" b="0" i="0" u="none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are not </a:t>
            </a:r>
            <a:r>
              <a:rPr lang="en-US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 dirty="0">
                <a:solidFill>
                  <a:schemeClr val="bg1"/>
                </a:solidFill>
              </a:rPr>
            </a:br>
            <a:br>
              <a:rPr lang="en-US" sz="2800" b="0" noProof="0" dirty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Do not use </a:t>
            </a:r>
            <a:endParaRPr lang="en-US" sz="15000" b="1" i="0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 dirty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9CEE22D-3220-45C5-956C-5492E662463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559175" cy="98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2159599"/>
            <a:ext cx="11326613" cy="383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               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5, Header</a:t>
            </a:r>
          </a:p>
          <a:p>
            <a:pPr lvl="5"/>
            <a:r>
              <a:rPr lang="en-US" noProof="0" dirty="0"/>
              <a:t>Level 6, Body</a:t>
            </a:r>
          </a:p>
          <a:p>
            <a:pPr lvl="6"/>
            <a:r>
              <a:rPr lang="en-US" noProof="0" dirty="0"/>
              <a:t>Level 7, Report bullet</a:t>
            </a:r>
          </a:p>
          <a:p>
            <a:pPr lvl="7"/>
            <a:r>
              <a:rPr lang="en-US" noProof="0" dirty="0"/>
              <a:t>Level 8, Report Body</a:t>
            </a:r>
          </a:p>
          <a:p>
            <a:pPr lvl="8"/>
            <a:r>
              <a:rPr lang="en-US" noProof="0" dirty="0"/>
              <a:t>Level 9, Numbers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000" y="6271200"/>
            <a:ext cx="96976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884EAC1-8263-4023-A331-8499B85EDC7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400" y="6271200"/>
            <a:ext cx="7768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spcAft>
                <a:spcPts val="300"/>
              </a:spcAft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271200"/>
            <a:ext cx="64849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10000"/>
              </a:lnSpc>
              <a:defRPr sz="8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2178D-1F29-5F7F-DAC1-5FA950DA16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69688" y="63500"/>
            <a:ext cx="687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 Internal</a:t>
            </a:r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737" r:id="rId7"/>
    <p:sldLayoutId id="2147483766" r:id="rId8"/>
    <p:sldLayoutId id="2147483806" r:id="rId9"/>
    <p:sldLayoutId id="2147483731" r:id="rId10"/>
    <p:sldLayoutId id="2147483801" r:id="rId11"/>
    <p:sldLayoutId id="2147483802" r:id="rId12"/>
    <p:sldLayoutId id="2147483803" r:id="rId13"/>
    <p:sldLayoutId id="2147483805" r:id="rId14"/>
    <p:sldLayoutId id="2147483804" r:id="rId15"/>
    <p:sldLayoutId id="2147483732" r:id="rId16"/>
    <p:sldLayoutId id="2147483807" r:id="rId17"/>
    <p:sldLayoutId id="2147483848" r:id="rId18"/>
    <p:sldLayoutId id="2147483849" r:id="rId19"/>
    <p:sldLayoutId id="2147483755" r:id="rId20"/>
    <p:sldLayoutId id="2147483808" r:id="rId21"/>
    <p:sldLayoutId id="2147483812" r:id="rId22"/>
    <p:sldLayoutId id="2147483813" r:id="rId23"/>
    <p:sldLayoutId id="2147483772" r:id="rId24"/>
    <p:sldLayoutId id="2147483809" r:id="rId25"/>
    <p:sldLayoutId id="2147483810" r:id="rId26"/>
    <p:sldLayoutId id="2147483811" r:id="rId27"/>
    <p:sldLayoutId id="2147483818" r:id="rId28"/>
    <p:sldLayoutId id="2147483826" r:id="rId29"/>
    <p:sldLayoutId id="2147483827" r:id="rId30"/>
    <p:sldLayoutId id="2147483817" r:id="rId31"/>
    <p:sldLayoutId id="2147483816" r:id="rId32"/>
    <p:sldLayoutId id="2147483845" r:id="rId33"/>
    <p:sldLayoutId id="2147483820" r:id="rId34"/>
    <p:sldLayoutId id="2147483821" r:id="rId35"/>
    <p:sldLayoutId id="2147483819" r:id="rId36"/>
    <p:sldLayoutId id="2147483824" r:id="rId37"/>
    <p:sldLayoutId id="2147483825" r:id="rId38"/>
    <p:sldLayoutId id="2147483828" r:id="rId39"/>
    <p:sldLayoutId id="2147483829" r:id="rId40"/>
    <p:sldLayoutId id="2147483830" r:id="rId41"/>
    <p:sldLayoutId id="2147483831" r:id="rId42"/>
    <p:sldLayoutId id="2147483832" r:id="rId43"/>
    <p:sldLayoutId id="2147483833" r:id="rId44"/>
    <p:sldLayoutId id="2147483743" r:id="rId45"/>
    <p:sldLayoutId id="2147483834" r:id="rId46"/>
    <p:sldLayoutId id="2147483835" r:id="rId47"/>
    <p:sldLayoutId id="2147483837" r:id="rId48"/>
    <p:sldLayoutId id="2147483836" r:id="rId49"/>
    <p:sldLayoutId id="2147483814" r:id="rId50"/>
    <p:sldLayoutId id="2147483815" r:id="rId51"/>
    <p:sldLayoutId id="2147483838" r:id="rId52"/>
    <p:sldLayoutId id="2147483839" r:id="rId53"/>
    <p:sldLayoutId id="2147483840" r:id="rId54"/>
    <p:sldLayoutId id="2147483841" r:id="rId55"/>
    <p:sldLayoutId id="2147483847" r:id="rId56"/>
    <p:sldLayoutId id="2147483844" r:id="rId57"/>
    <p:sldLayoutId id="2147483842" r:id="rId58"/>
    <p:sldLayoutId id="2147483843" r:id="rId59"/>
    <p:sldLayoutId id="2147483768" r:id="rId60"/>
    <p:sldLayoutId id="2147483744" r:id="rId61"/>
    <p:sldLayoutId id="2147483846" r:id="rId62"/>
    <p:sldLayoutId id="2147483751" r:id="rId6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6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400" kern="1200" cap="none" baseline="0">
          <a:solidFill>
            <a:schemeClr val="tx1"/>
          </a:solidFill>
          <a:latin typeface="+mn-lt"/>
          <a:ea typeface="+mn-ea"/>
          <a:cs typeface="KONE Information" panose="020B0603040000020003" pitchFamily="34" charset="-79"/>
        </a:defRPr>
      </a:lvl6pPr>
      <a:lvl7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1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400" kern="1200" cap="all" spc="-60" baseline="0">
          <a:solidFill>
            <a:srgbClr val="1450F5"/>
          </a:solidFill>
          <a:latin typeface="KONE Information" panose="020B0603040000020003" pitchFamily="34" charset="-79"/>
          <a:ea typeface="+mn-ea"/>
          <a:cs typeface="KONE Information" panose="020B0603040000020003" pitchFamily="34" charset="-79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9" userDrawn="1">
          <p15:clr>
            <a:srgbClr val="A4A3A4"/>
          </p15:clr>
        </p15:guide>
        <p15:guide id="2" pos="883" userDrawn="1">
          <p15:clr>
            <a:srgbClr val="A4A3A4"/>
          </p15:clr>
        </p15:guide>
        <p15:guide id="3" orient="horz" pos="272" userDrawn="1">
          <p15:clr>
            <a:srgbClr val="A4A3A4"/>
          </p15:clr>
        </p15:guide>
        <p15:guide id="4" orient="horz" pos="4047" userDrawn="1">
          <p15:clr>
            <a:srgbClr val="A4A3A4"/>
          </p15:clr>
        </p15:guide>
        <p15:guide id="5" pos="272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1291" userDrawn="1">
          <p15:clr>
            <a:srgbClr val="A4A3A4"/>
          </p15:clr>
        </p15:guide>
        <p15:guide id="8" pos="1495" userDrawn="1">
          <p15:clr>
            <a:srgbClr val="A4A3A4"/>
          </p15:clr>
        </p15:guide>
        <p15:guide id="9" pos="1902" userDrawn="1">
          <p15:clr>
            <a:srgbClr val="A4A3A4"/>
          </p15:clr>
        </p15:guide>
        <p15:guide id="10" pos="2107" userDrawn="1">
          <p15:clr>
            <a:srgbClr val="A4A3A4"/>
          </p15:clr>
        </p15:guide>
        <p15:guide id="11" pos="2514" userDrawn="1">
          <p15:clr>
            <a:srgbClr val="A4A3A4"/>
          </p15:clr>
        </p15:guide>
        <p15:guide id="12" pos="2718" userDrawn="1">
          <p15:clr>
            <a:srgbClr val="A4A3A4"/>
          </p15:clr>
        </p15:guide>
        <p15:guide id="13" pos="3126" userDrawn="1">
          <p15:clr>
            <a:srgbClr val="A4A3A4"/>
          </p15:clr>
        </p15:guide>
        <p15:guide id="14" pos="3330" userDrawn="1">
          <p15:clr>
            <a:srgbClr val="A4A3A4"/>
          </p15:clr>
        </p15:guide>
        <p15:guide id="15" pos="3737" userDrawn="1">
          <p15:clr>
            <a:srgbClr val="A4A3A4"/>
          </p15:clr>
        </p15:guide>
        <p15:guide id="16" pos="3941" userDrawn="1">
          <p15:clr>
            <a:srgbClr val="A4A3A4"/>
          </p15:clr>
        </p15:guide>
        <p15:guide id="17" pos="4349" userDrawn="1">
          <p15:clr>
            <a:srgbClr val="A4A3A4"/>
          </p15:clr>
        </p15:guide>
        <p15:guide id="18" pos="4553" userDrawn="1">
          <p15:clr>
            <a:srgbClr val="A4A3A4"/>
          </p15:clr>
        </p15:guide>
        <p15:guide id="19" pos="4961" userDrawn="1">
          <p15:clr>
            <a:srgbClr val="A4A3A4"/>
          </p15:clr>
        </p15:guide>
        <p15:guide id="20" pos="5165" userDrawn="1">
          <p15:clr>
            <a:srgbClr val="A4A3A4"/>
          </p15:clr>
        </p15:guide>
        <p15:guide id="21" pos="5572" userDrawn="1">
          <p15:clr>
            <a:srgbClr val="A4A3A4"/>
          </p15:clr>
        </p15:guide>
        <p15:guide id="22" pos="5776" userDrawn="1">
          <p15:clr>
            <a:srgbClr val="A4A3A4"/>
          </p15:clr>
        </p15:guide>
        <p15:guide id="23" pos="6184" userDrawn="1">
          <p15:clr>
            <a:srgbClr val="A4A3A4"/>
          </p15:clr>
        </p15:guide>
        <p15:guide id="24" pos="6388" userDrawn="1">
          <p15:clr>
            <a:srgbClr val="A4A3A4"/>
          </p15:clr>
        </p15:guide>
        <p15:guide id="25" pos="6795" userDrawn="1">
          <p15:clr>
            <a:srgbClr val="A4A3A4"/>
          </p15:clr>
        </p15:guide>
        <p15:guide id="26" pos="7000" userDrawn="1">
          <p15:clr>
            <a:srgbClr val="A4A3A4"/>
          </p15:clr>
        </p15:guide>
        <p15:guide id="27" orient="horz" pos="544" userDrawn="1">
          <p15:clr>
            <a:srgbClr val="A4A3A4"/>
          </p15:clr>
        </p15:guide>
        <p15:guide id="28" orient="horz" pos="816" userDrawn="1">
          <p15:clr>
            <a:srgbClr val="A4A3A4"/>
          </p15:clr>
        </p15:guide>
        <p15:guide id="29" orient="horz" pos="1088" userDrawn="1">
          <p15:clr>
            <a:srgbClr val="A4A3A4"/>
          </p15:clr>
        </p15:guide>
        <p15:guide id="30" orient="horz" pos="3775" userDrawn="1">
          <p15:clr>
            <a:srgbClr val="A4A3A4"/>
          </p15:clr>
        </p15:guide>
        <p15:guide id="31" orient="horz" pos="350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lobal.brand@kone.com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materialbank.kone.com/content/kone-material-bank/search_page/details/video.html/content/dam/marketing/public/KONE_SHOWROOM_4K_Welcome" TargetMode="External"/><Relationship Id="rId4" Type="http://schemas.openxmlformats.org/officeDocument/2006/relationships/hyperlink" Target="https://brandbook.kone.com/hub/1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3.svg"/><Relationship Id="rId7" Type="http://schemas.openxmlformats.org/officeDocument/2006/relationships/image" Target="../media/image36.svg"/><Relationship Id="rId2" Type="http://schemas.openxmlformats.org/officeDocument/2006/relationships/hyperlink" Target="https://brandbook.kone.com/auth/?referer=%2F" TargetMode="Externa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22.svg"/><Relationship Id="rId9" Type="http://schemas.openxmlformats.org/officeDocument/2006/relationships/image" Target="../media/image3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svg"/><Relationship Id="rId18" Type="http://schemas.openxmlformats.org/officeDocument/2006/relationships/image" Target="../media/image56.svg"/><Relationship Id="rId26" Type="http://schemas.openxmlformats.org/officeDocument/2006/relationships/image" Target="../media/image64.svg"/><Relationship Id="rId3" Type="http://schemas.openxmlformats.org/officeDocument/2006/relationships/image" Target="../media/image42.svg"/><Relationship Id="rId21" Type="http://schemas.openxmlformats.org/officeDocument/2006/relationships/image" Target="../media/image59.svg"/><Relationship Id="rId7" Type="http://schemas.openxmlformats.org/officeDocument/2006/relationships/image" Target="../media/image46.svg"/><Relationship Id="rId12" Type="http://schemas.openxmlformats.org/officeDocument/2006/relationships/image" Target="../media/image51.svg"/><Relationship Id="rId17" Type="http://schemas.openxmlformats.org/officeDocument/2006/relationships/image" Target="../media/image55.svg"/><Relationship Id="rId25" Type="http://schemas.openxmlformats.org/officeDocument/2006/relationships/image" Target="../media/image63.svg"/><Relationship Id="rId2" Type="http://schemas.openxmlformats.org/officeDocument/2006/relationships/image" Target="../media/image41.svg"/><Relationship Id="rId16" Type="http://schemas.openxmlformats.org/officeDocument/2006/relationships/image" Target="../media/image54.svg"/><Relationship Id="rId20" Type="http://schemas.openxmlformats.org/officeDocument/2006/relationships/image" Target="../media/image58.svg"/><Relationship Id="rId29" Type="http://schemas.openxmlformats.org/officeDocument/2006/relationships/image" Target="../media/image67.sv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24" Type="http://schemas.openxmlformats.org/officeDocument/2006/relationships/image" Target="../media/image62.svg"/><Relationship Id="rId5" Type="http://schemas.openxmlformats.org/officeDocument/2006/relationships/image" Target="../media/image44.svg"/><Relationship Id="rId15" Type="http://schemas.openxmlformats.org/officeDocument/2006/relationships/image" Target="../media/image53.svg"/><Relationship Id="rId23" Type="http://schemas.openxmlformats.org/officeDocument/2006/relationships/image" Target="../media/image61.svg"/><Relationship Id="rId28" Type="http://schemas.openxmlformats.org/officeDocument/2006/relationships/image" Target="../media/image66.svg"/><Relationship Id="rId10" Type="http://schemas.openxmlformats.org/officeDocument/2006/relationships/image" Target="../media/image49.svg"/><Relationship Id="rId19" Type="http://schemas.openxmlformats.org/officeDocument/2006/relationships/image" Target="../media/image57.svg"/><Relationship Id="rId31" Type="http://schemas.openxmlformats.org/officeDocument/2006/relationships/image" Target="../media/image69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Relationship Id="rId14" Type="http://schemas.openxmlformats.org/officeDocument/2006/relationships/image" Target="../media/image23.svg"/><Relationship Id="rId22" Type="http://schemas.openxmlformats.org/officeDocument/2006/relationships/image" Target="../media/image60.svg"/><Relationship Id="rId27" Type="http://schemas.openxmlformats.org/officeDocument/2006/relationships/image" Target="../media/image65.svg"/><Relationship Id="rId30" Type="http://schemas.openxmlformats.org/officeDocument/2006/relationships/image" Target="../media/image6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hyperlink" Target="https://brandbook.kone.com/auth/?referer=%2F" TargetMode="Externa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5.png"/><Relationship Id="rId7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0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11" descr="Diagram&#10;&#10;Description automatically generated">
            <a:extLst>
              <a:ext uri="{FF2B5EF4-FFF2-40B4-BE49-F238E27FC236}">
                <a16:creationId xmlns:a16="http://schemas.microsoft.com/office/drawing/2014/main" id="{8BCAB645-6DB8-5176-0D58-1734504CDA2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68" t="23479" r="27822" b="24275"/>
          <a:stretch/>
        </p:blipFill>
        <p:spPr>
          <a:xfrm>
            <a:off x="6252753" y="1428206"/>
            <a:ext cx="3814355" cy="4284617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DAA2BC-49F0-B19F-B495-800E17754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A667FDA-4712-1AD2-42EA-CD1718C1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5824338" cy="986400"/>
          </a:xfrm>
        </p:spPr>
        <p:txBody>
          <a:bodyPr/>
          <a:lstStyle/>
          <a:p>
            <a:r>
              <a:rPr lang="en-US" dirty="0"/>
              <a:t>G</a:t>
            </a:r>
            <a:r>
              <a:rPr lang="en-US" sz="3200" dirty="0"/>
              <a:t>uiding principles to using </a:t>
            </a:r>
            <a:br>
              <a:rPr lang="en-US" sz="3200" dirty="0"/>
            </a:br>
            <a:r>
              <a:rPr lang="en-US" sz="3200" dirty="0"/>
              <a:t>the KONE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F8B8B-FEA1-14E6-E980-BCC0D28705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2159599"/>
            <a:ext cx="6221349" cy="3833213"/>
          </a:xfrm>
        </p:spPr>
        <p:txBody>
          <a:bodyPr/>
          <a:lstStyle/>
          <a:p>
            <a:pPr>
              <a:buClr>
                <a:srgbClr val="1450F5"/>
              </a:buClr>
            </a:pPr>
            <a:r>
              <a:rPr lang="en-US" dirty="0"/>
              <a:t>This PowerPoint template was taken into use in January 2023</a:t>
            </a:r>
          </a:p>
          <a:p>
            <a:pPr>
              <a:buClr>
                <a:srgbClr val="1450F5"/>
              </a:buClr>
            </a:pPr>
            <a:r>
              <a:rPr lang="en-US" dirty="0"/>
              <a:t>For correct use and experience, we encourage you to familiarize yourself with the template and our </a:t>
            </a:r>
            <a:r>
              <a:rPr lang="en-US" dirty="0" err="1"/>
              <a:t>BrandBook</a:t>
            </a:r>
            <a:r>
              <a:rPr lang="en-US" dirty="0"/>
              <a:t> </a:t>
            </a:r>
          </a:p>
          <a:p>
            <a:pPr>
              <a:buClr>
                <a:srgbClr val="1450F5"/>
              </a:buClr>
            </a:pPr>
            <a:r>
              <a:rPr lang="en-US" dirty="0"/>
              <a:t>You can find a quick user guide and instructions on the last slides</a:t>
            </a:r>
          </a:p>
          <a:p>
            <a:pPr>
              <a:buClr>
                <a:srgbClr val="1450F5"/>
              </a:buClr>
            </a:pPr>
            <a:r>
              <a:rPr lang="en-US" dirty="0"/>
              <a:t>When adjusting slides from an old template to this one, copy the content instead of full slides</a:t>
            </a:r>
          </a:p>
          <a:p>
            <a:pPr>
              <a:buClr>
                <a:srgbClr val="1450F5"/>
              </a:buClr>
            </a:pPr>
            <a:r>
              <a:rPr lang="en-US" dirty="0"/>
              <a:t>When presenting, we recommend using the PowerPoint Live functionality in Teams or the PowerPoint Desktop App</a:t>
            </a:r>
          </a:p>
          <a:p>
            <a:pPr lvl="1">
              <a:buClr>
                <a:srgbClr val="1450F5"/>
              </a:buClr>
            </a:pPr>
            <a:r>
              <a:rPr lang="en-US" dirty="0"/>
              <a:t>We do not recommend presenting through a web browser or Teams window, as some content might appear incorrectly </a:t>
            </a:r>
          </a:p>
          <a:p>
            <a:pPr>
              <a:buClr>
                <a:srgbClr val="1450F5"/>
              </a:buClr>
            </a:pPr>
            <a:r>
              <a:rPr lang="en-US" dirty="0"/>
              <a:t>In case you experience technical difficulties when using the template, have questions or want to give feedback, please contact </a:t>
            </a:r>
            <a:r>
              <a:rPr lang="en-US" b="1" dirty="0">
                <a:latin typeface="Inter SemiBold" panose="02000503000000020004" pitchFamily="2" charset="0"/>
                <a:ea typeface="Inter SemiBold" panose="02000503000000020004" pitchFamily="2" charset="0"/>
                <a:hlinkClick r:id="rId3"/>
              </a:rPr>
              <a:t>global.brand@kone.com</a:t>
            </a:r>
            <a:endParaRPr lang="en-US" b="1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  <a:p>
            <a:pPr marL="0" indent="0">
              <a:buNone/>
            </a:pPr>
            <a:r>
              <a:rPr lang="en-US" dirty="0"/>
              <a:t>Guidelines and more information at </a:t>
            </a:r>
            <a:r>
              <a:rPr lang="en-US" dirty="0">
                <a:latin typeface="Inter SemiBold" panose="02000503000000020004" pitchFamily="2" charset="0"/>
                <a:ea typeface="Inter SemiBold" panose="02000503000000020004" pitchFamily="2" charset="0"/>
                <a:hlinkClick r:id="rId4"/>
              </a:rPr>
              <a:t>KONE </a:t>
            </a:r>
            <a:r>
              <a:rPr lang="en-US" dirty="0" err="1">
                <a:latin typeface="Inter SemiBold" panose="02000503000000020004" pitchFamily="2" charset="0"/>
                <a:ea typeface="Inter SemiBold" panose="02000503000000020004" pitchFamily="2" charset="0"/>
                <a:hlinkClick r:id="rId4"/>
              </a:rPr>
              <a:t>Brandbook</a:t>
            </a: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  <a:p>
            <a:pPr marL="0" indent="0">
              <a:buNone/>
            </a:pPr>
            <a:r>
              <a:rPr lang="en-US" dirty="0"/>
              <a:t>Images can be found from </a:t>
            </a:r>
            <a:r>
              <a:rPr lang="en-US" dirty="0">
                <a:latin typeface="Inter SemiBold" panose="02000503000000020004" pitchFamily="2" charset="0"/>
                <a:ea typeface="Inter SemiBold" panose="02000503000000020004" pitchFamily="2" charset="0"/>
                <a:hlinkClick r:id="rId5"/>
              </a:rPr>
              <a:t>KONE </a:t>
            </a:r>
            <a:r>
              <a:rPr lang="en-US" dirty="0" err="1">
                <a:latin typeface="Inter SemiBold" panose="02000503000000020004" pitchFamily="2" charset="0"/>
                <a:ea typeface="Inter SemiBold" panose="02000503000000020004" pitchFamily="2" charset="0"/>
                <a:hlinkClick r:id="rId5"/>
              </a:rPr>
              <a:t>MaterialBank</a:t>
            </a: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2388F-425C-4221-9608-21961F28C3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NE Information" panose="020B0603040000020003" pitchFamily="34" charset="-79"/>
              <a:ea typeface="+mn-ea"/>
              <a:cs typeface="KONE Information" panose="020B0603040000020003" pitchFamily="34" charset="-79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26348EB-D49A-35A0-87F9-4739926A3F8C}"/>
              </a:ext>
            </a:extLst>
          </p:cNvPr>
          <p:cNvSpPr txBox="1">
            <a:spLocks/>
          </p:cNvSpPr>
          <p:nvPr/>
        </p:nvSpPr>
        <p:spPr>
          <a:xfrm>
            <a:off x="431999" y="2171500"/>
            <a:ext cx="6221350" cy="383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>
              <a:buClr>
                <a:srgbClr val="1450F5"/>
              </a:buClr>
            </a:pP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2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talking on the phone&#10;&#10;Description automatically generated with medium confidence">
            <a:extLst>
              <a:ext uri="{FF2B5EF4-FFF2-40B4-BE49-F238E27FC236}">
                <a16:creationId xmlns:a16="http://schemas.microsoft.com/office/drawing/2014/main" id="{8698581C-4B6F-4C78-8AF1-B72EF0ECC4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31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6D63B-2D34-4C43-B6AB-281B546AFA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264A40BB-424D-E6ED-4F6A-7976397DAB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753405-4551-6D7E-42C7-289769DAD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Pladsholder til tekst 12">
            <a:extLst>
              <a:ext uri="{FF2B5EF4-FFF2-40B4-BE49-F238E27FC236}">
                <a16:creationId xmlns:a16="http://schemas.microsoft.com/office/drawing/2014/main" id="{484BB690-8F8B-E5E9-2DFF-A4C2FBA66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C401DE-AEA4-46C8-BC23-4BEF2C25ADB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E3D8925-4F7D-4DD2-8C9B-6CD68A46C90B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2C75240F-1E21-9745-9035-4CEAC41A9A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47502D9B-25D9-043A-2263-9B65A1013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ladsholder til tekst 10">
            <a:extLst>
              <a:ext uri="{FF2B5EF4-FFF2-40B4-BE49-F238E27FC236}">
                <a16:creationId xmlns:a16="http://schemas.microsoft.com/office/drawing/2014/main" id="{BEC29D5B-CB64-050B-7157-E6D3E68EFF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DFE41-EB03-4DF5-B8EC-7DA0B9FDE20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0EC1735-D386-4F38-9847-8C1D614F83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C885FB-CDB9-4BFC-853A-D41C299024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2500" y="6271200"/>
            <a:ext cx="648499" cy="180000"/>
          </a:xfrm>
        </p:spPr>
        <p:txBody>
          <a:bodyPr/>
          <a:lstStyle/>
          <a:p>
            <a:fld id="{23AA811B-2EBD-4900-905E-5BE206449611}" type="slidenum">
              <a:rPr lang="en-US" smtClean="0">
                <a:noFill/>
              </a:rPr>
              <a:pPr/>
              <a:t>3</a:t>
            </a:fld>
            <a:endParaRPr lang="en-US" dirty="0">
              <a:noFill/>
            </a:endParaRPr>
          </a:p>
        </p:txBody>
      </p:sp>
      <p:pic>
        <p:nvPicPr>
          <p:cNvPr id="6" name="Picture Placeholder 5" descr="A couple of men walking down a flight of stairs&#10;&#10;Description automatically generated with medium confidence">
            <a:extLst>
              <a:ext uri="{FF2B5EF4-FFF2-40B4-BE49-F238E27FC236}">
                <a16:creationId xmlns:a16="http://schemas.microsoft.com/office/drawing/2014/main" id="{01FF9073-EB81-58B7-F7D4-93EAB32254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779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and person walking&#10;&#10;Description automatically generated with low confidence">
            <a:extLst>
              <a:ext uri="{FF2B5EF4-FFF2-40B4-BE49-F238E27FC236}">
                <a16:creationId xmlns:a16="http://schemas.microsoft.com/office/drawing/2014/main" id="{9AEE615E-EB86-48E0-BCD2-D9643E29E43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1BA0718F-9309-1AA8-04E0-AC40D1624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8BCE6783-F772-1EF1-4488-0F2B06ABDA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075D1-2027-415E-B177-45C5A5E6630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0EC1735-D386-4F38-9847-8C1D614F83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69DB3A-69CA-4FC7-AB6A-04EBC785D4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2500" y="6271200"/>
            <a:ext cx="648499" cy="180000"/>
          </a:xfrm>
        </p:spPr>
        <p:txBody>
          <a:bodyPr/>
          <a:lstStyle/>
          <a:p>
            <a:fld id="{23AA811B-2EBD-4900-905E-5BE20644961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7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holding a bicycle&#10;&#10;Description automatically generated with medium confidence">
            <a:extLst>
              <a:ext uri="{FF2B5EF4-FFF2-40B4-BE49-F238E27FC236}">
                <a16:creationId xmlns:a16="http://schemas.microsoft.com/office/drawing/2014/main" id="{6AA8295B-D8A1-A375-4135-676CE234C2E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" r="28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80F4018-1938-6717-281C-86B75A28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FC74B-E0EC-F464-BC75-41DAA2F64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BCA820-0C19-ECD0-C4CF-ECBA82C1DD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9DD08-E2EA-6BF3-7BF6-8DE60189E51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7A72CB2-B93F-4B3B-A5E2-587AA41D20D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AEFA-A908-AD55-1BB7-92CCD9F044C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D6F561-3918-4CEC-58C7-396029C759C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0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8D420CB-ADB7-40B7-B281-2726F465732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71DCD5-BD24-52CC-7820-C37C1ADC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4492"/>
            <a:ext cx="5824338" cy="50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B964-0E76-44D3-6633-0E8B156273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190072-7AA4-4B35-E8FB-25A56FAED35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C4FB3-0B48-A3B0-4DBB-C0751C0578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5444-889C-ED51-9D3C-C84D55F2E59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C8ACD6-53B9-3A42-A65D-23CC332D9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1636"/>
              </p:ext>
            </p:extLst>
          </p:nvPr>
        </p:nvGraphicFramePr>
        <p:xfrm>
          <a:off x="432001" y="1728494"/>
          <a:ext cx="5833073" cy="3776864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2912778">
                  <a:extLst>
                    <a:ext uri="{9D8B030D-6E8A-4147-A177-3AD203B41FA5}">
                      <a16:colId xmlns:a16="http://schemas.microsoft.com/office/drawing/2014/main" val="2551302220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2966274455"/>
                    </a:ext>
                  </a:extLst>
                </a:gridCol>
                <a:gridCol w="978569">
                  <a:extLst>
                    <a:ext uri="{9D8B030D-6E8A-4147-A177-3AD203B41FA5}">
                      <a16:colId xmlns:a16="http://schemas.microsoft.com/office/drawing/2014/main" val="2485088695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4269978979"/>
                    </a:ext>
                  </a:extLst>
                </a:gridCol>
              </a:tblGrid>
              <a:tr h="472108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Resp. person</a:t>
                      </a: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698242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78481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930284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918644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302125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402241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64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6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FFBF6-293C-DB85-9CD7-4251CD04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9E1F336-57E8-E4F9-BF8F-68CBB7A9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14E8DE3-39AD-0CBA-0E02-3371F89760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8E33A4C-774F-FBE6-6D18-EE571E64AD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955834-631F-072C-555B-26B852486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1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D94253A-04B8-0A66-F31E-456747F8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94E3518-9DE6-5FD1-3224-353F1209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366221B-8DD9-654E-97EF-92AECC1F76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E51C2-8EAA-5F81-0704-265FD401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9157-4C3E-4B3A-B4D2-A57DC513683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531F0-0440-E9FA-A7AC-D192C39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A5CB2D-BC5F-9737-E879-8831AF4C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8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AEAC6A2-FCEF-239A-EF06-480E83A601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CCC6A-3C4C-C217-41D8-E5BF34704EC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16835E5-8EF8-4A33-8D1C-4E891104C16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429F-B9F0-235E-0E2A-1316807AF09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17">
            <a:extLst>
              <a:ext uri="{FF2B5EF4-FFF2-40B4-BE49-F238E27FC236}">
                <a16:creationId xmlns:a16="http://schemas.microsoft.com/office/drawing/2014/main" id="{580E8545-A7C1-7116-AA70-600C8000824B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05342" y="2100263"/>
            <a:ext cx="3191766" cy="308768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10CAC-C437-081B-0D80-7E5B12F5C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7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E500A7-D760-6E97-1173-629E7E54C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D053B-9BE1-CBD5-BA8B-77E68EC7DA3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E6DCA7-AFD1-4DEB-B65A-595D90B9F34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7DCC8-808C-4881-1372-7E2E1CD16A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37654D-E5E2-8874-E7A3-E8532F098A1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E36CD461-9E5A-47F1-6498-44876B9014F6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00800" y="2098800"/>
            <a:ext cx="2263345" cy="30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2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3E7C693-C7C7-AF02-A016-61D1FB2C01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6F27B476-B90A-8D05-4A7D-24B6E8A3FF3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CAC497-457E-43AB-A1D7-3817F7EF220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22" name="Picture Placeholder 21" descr="A picture containing car, person&#10;&#10;Description automatically generated">
            <a:extLst>
              <a:ext uri="{FF2B5EF4-FFF2-40B4-BE49-F238E27FC236}">
                <a16:creationId xmlns:a16="http://schemas.microsoft.com/office/drawing/2014/main" id="{69303333-FB78-320C-6D90-47F7E99CB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A41A3E3-7473-9E86-F75A-8C0B7985E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0AACB-F014-12C3-E3BE-5CC4B4C56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EF643-1D7D-F68F-9912-772D85E9B2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75E1DC5-E3EB-8F28-CC30-65B82B26B0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4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19C14DFC-09BD-E55A-8128-8F8377E69D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FC4C5F9B-2107-EA04-0D70-93F65B4F485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CFF627-97E8-4586-8DBB-34C02A9C5055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7" name="Picture Placeholder 6" descr="A person walking on a bridge&#10;&#10;Description automatically generated with medium confidence">
            <a:extLst>
              <a:ext uri="{FF2B5EF4-FFF2-40B4-BE49-F238E27FC236}">
                <a16:creationId xmlns:a16="http://schemas.microsoft.com/office/drawing/2014/main" id="{D7F5E35F-6506-9100-BC90-B3F6EDC6A0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C46C4-5FE1-2D92-4823-0B1608EAFF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D354AC83-0FB7-9C49-38CC-9F6A30771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3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BB6FF8-A259-99C6-145E-4BA9EF19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Timeline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9CE94-266F-6EAE-B3D0-C120116A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B5F1F-9E93-4783-9FE5-C25235FC5B1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020FAA-577D-3052-0987-4167ABF8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E0DD3-E564-D3A5-F442-90C245C3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41F462-A766-75BE-1A0D-EE0F0AB739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3275" y="1727200"/>
            <a:ext cx="1944000" cy="2591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EB054C-937B-FAC1-44BD-D609C7D2B2F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6219" y="1727200"/>
            <a:ext cx="1944000" cy="2592400"/>
          </a:xfrm>
          <a:prstGeom prst="rect">
            <a:avLst/>
          </a:prstGeom>
        </p:spPr>
      </p:pic>
      <p:pic>
        <p:nvPicPr>
          <p:cNvPr id="17" name="Picture 16" descr="A picture containing person, outdoor, person&#10;&#10;Description automatically generated">
            <a:extLst>
              <a:ext uri="{FF2B5EF4-FFF2-40B4-BE49-F238E27FC236}">
                <a16:creationId xmlns:a16="http://schemas.microsoft.com/office/drawing/2014/main" id="{3772129E-8B14-AB87-DFF3-CEF5E52F434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2000" y="1727200"/>
            <a:ext cx="1943099" cy="25924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D72F1A9-8777-93E6-8453-1E8D08D4F990}"/>
              </a:ext>
            </a:extLst>
          </p:cNvPr>
          <p:cNvGrpSpPr/>
          <p:nvPr/>
        </p:nvGrpSpPr>
        <p:grpSpPr>
          <a:xfrm>
            <a:off x="430781" y="4752000"/>
            <a:ext cx="11761219" cy="1242000"/>
            <a:chOff x="430781" y="4752000"/>
            <a:chExt cx="11761219" cy="1242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D096F5-A1DC-A3CF-80A9-5A3FC947B7C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5994000"/>
              <a:ext cx="11761219" cy="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52BC42-E052-F470-D998-262284ACA1C6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EF540EB-E95C-62C3-648A-519FBB83FF29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5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3E79D9-15AB-55AD-CA00-5F8604B0CFA1}"/>
                </a:ext>
              </a:extLst>
            </p:cNvPr>
            <p:cNvCxnSpPr>
              <a:cxnSpLocks/>
            </p:cNvCxnSpPr>
            <p:nvPr/>
          </p:nvCxnSpPr>
          <p:spPr>
            <a:xfrm>
              <a:off x="6256219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1201E0-5E30-D36C-EE0F-1F7AC38A6086}"/>
                </a:ext>
              </a:extLst>
            </p:cNvPr>
            <p:cNvCxnSpPr>
              <a:cxnSpLocks/>
            </p:cNvCxnSpPr>
            <p:nvPr/>
          </p:nvCxnSpPr>
          <p:spPr>
            <a:xfrm>
              <a:off x="916940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51C0269-F3CD-6BF1-D711-D57CE2EE1DC6}"/>
              </a:ext>
            </a:extLst>
          </p:cNvPr>
          <p:cNvSpPr txBox="1">
            <a:spLocks/>
          </p:cNvSpPr>
          <p:nvPr/>
        </p:nvSpPr>
        <p:spPr>
          <a:xfrm>
            <a:off x="432000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2022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44F6BEC-4CA9-F696-D70B-B62C8FF5CE85}"/>
              </a:ext>
            </a:extLst>
          </p:cNvPr>
          <p:cNvSpPr txBox="1">
            <a:spLocks/>
          </p:cNvSpPr>
          <p:nvPr/>
        </p:nvSpPr>
        <p:spPr>
          <a:xfrm>
            <a:off x="3343275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2023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6F27583-78B0-51EF-72EB-DCBB2B3C6242}"/>
              </a:ext>
            </a:extLst>
          </p:cNvPr>
          <p:cNvSpPr txBox="1">
            <a:spLocks/>
          </p:cNvSpPr>
          <p:nvPr/>
        </p:nvSpPr>
        <p:spPr>
          <a:xfrm>
            <a:off x="6256219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2024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89E5893-E466-80A2-AC9B-E95BE4783268}"/>
              </a:ext>
            </a:extLst>
          </p:cNvPr>
          <p:cNvSpPr txBox="1">
            <a:spLocks/>
          </p:cNvSpPr>
          <p:nvPr/>
        </p:nvSpPr>
        <p:spPr>
          <a:xfrm>
            <a:off x="9169401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2025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DF326-AE52-64CE-A2A7-64F14765659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9401" y="1727200"/>
            <a:ext cx="1944000" cy="25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5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BB6FF8-A259-99C6-145E-4BA9EF19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Timeline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9CE94-266F-6EAE-B3D0-C120116A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E60C-42E1-4229-B6C3-7B1AE32E181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1FEB22-349D-F3F3-661B-E45EB225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E0DD3-E564-D3A5-F442-90C245C3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51C0269-F3CD-6BF1-D711-D57CE2EE1DC6}"/>
              </a:ext>
            </a:extLst>
          </p:cNvPr>
          <p:cNvSpPr txBox="1">
            <a:spLocks/>
          </p:cNvSpPr>
          <p:nvPr/>
        </p:nvSpPr>
        <p:spPr>
          <a:xfrm>
            <a:off x="432000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2022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44F6BEC-4CA9-F696-D70B-B62C8FF5CE85}"/>
              </a:ext>
            </a:extLst>
          </p:cNvPr>
          <p:cNvSpPr txBox="1">
            <a:spLocks/>
          </p:cNvSpPr>
          <p:nvPr/>
        </p:nvSpPr>
        <p:spPr>
          <a:xfrm>
            <a:off x="3343275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2023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6F27583-78B0-51EF-72EB-DCBB2B3C6242}"/>
              </a:ext>
            </a:extLst>
          </p:cNvPr>
          <p:cNvSpPr txBox="1">
            <a:spLocks/>
          </p:cNvSpPr>
          <p:nvPr/>
        </p:nvSpPr>
        <p:spPr>
          <a:xfrm>
            <a:off x="6256219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2024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89E5893-E466-80A2-AC9B-E95BE4783268}"/>
              </a:ext>
            </a:extLst>
          </p:cNvPr>
          <p:cNvSpPr txBox="1">
            <a:spLocks/>
          </p:cNvSpPr>
          <p:nvPr/>
        </p:nvSpPr>
        <p:spPr>
          <a:xfrm>
            <a:off x="9169401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2025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361806-5596-8460-AD26-7A79FF425ABB}"/>
              </a:ext>
            </a:extLst>
          </p:cNvPr>
          <p:cNvGrpSpPr/>
          <p:nvPr/>
        </p:nvGrpSpPr>
        <p:grpSpPr>
          <a:xfrm>
            <a:off x="430781" y="1727200"/>
            <a:ext cx="11761219" cy="4266800"/>
            <a:chOff x="430781" y="4752000"/>
            <a:chExt cx="11761219" cy="12420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A2354C-B8F7-38CD-B535-FC3E523D80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5994000"/>
              <a:ext cx="11761219" cy="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CE83C8-CF3F-3D63-95EA-11BD041C3D1D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8F21C9-3AB2-9259-8A05-03A1EFEEAD6E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5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598F43-1E29-75DD-B77E-F3270953E044}"/>
                </a:ext>
              </a:extLst>
            </p:cNvPr>
            <p:cNvCxnSpPr>
              <a:cxnSpLocks/>
            </p:cNvCxnSpPr>
            <p:nvPr/>
          </p:nvCxnSpPr>
          <p:spPr>
            <a:xfrm>
              <a:off x="6256219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0E1C89-E082-C77D-4BBD-C7D09F29E942}"/>
                </a:ext>
              </a:extLst>
            </p:cNvPr>
            <p:cNvCxnSpPr>
              <a:cxnSpLocks/>
            </p:cNvCxnSpPr>
            <p:nvPr/>
          </p:nvCxnSpPr>
          <p:spPr>
            <a:xfrm>
              <a:off x="916940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51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E1183-DF9E-D05E-2707-6351F6C6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Roadmap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B71B-3FBC-7199-6A0E-00CB0290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5C68F-4EB9-49BC-AC5B-34A60703360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C43920-FDB7-E302-7813-D468C5CB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EA0B7-5B47-B62D-FD81-838AD6F6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73118ED4-8F44-E692-324E-74C30BDE3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15972"/>
              </p:ext>
            </p:extLst>
          </p:nvPr>
        </p:nvGraphicFramePr>
        <p:xfrm>
          <a:off x="432000" y="1727999"/>
          <a:ext cx="11340000" cy="4264819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334604777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7981455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1833241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95030939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76507917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4304565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614275489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32735225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5585499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95785399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6147768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6569769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0061639"/>
                    </a:ext>
                  </a:extLst>
                </a:gridCol>
              </a:tblGrid>
              <a:tr h="251525"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solidFill>
                          <a:schemeClr val="tx2"/>
                        </a:solidFill>
                        <a:latin typeface="+mn-lt"/>
                        <a:cs typeface="KONE Information" panose="020B0603040000020003" pitchFamily="34" charset="-79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Jan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Feb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Mar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Apr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May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Jun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Jul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Aug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Sep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Oct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Nov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Dec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907308"/>
                  </a:ext>
                </a:extLst>
              </a:tr>
              <a:tr h="211226"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Q1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da-DK" sz="800" dirty="0" err="1">
                          <a:solidFill>
                            <a:schemeClr val="tx1"/>
                          </a:solidFill>
                          <a:latin typeface="+mn-lt"/>
                        </a:rPr>
                        <a:t>Text</a:t>
                      </a:r>
                      <a:endParaRPr lang="da-DK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da-DK" sz="800" dirty="0" err="1">
                          <a:solidFill>
                            <a:schemeClr val="tx1"/>
                          </a:solidFill>
                          <a:latin typeface="+mn-lt"/>
                        </a:rPr>
                        <a:t>Text</a:t>
                      </a:r>
                      <a:endParaRPr lang="da-DK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Q2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Q3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Q4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955534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 with background color 20% KONE Blue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24706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955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2888379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741759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949180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>
                        <a:alpha val="9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5198929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9446785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258344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6636818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5103546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29231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7988654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49365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109030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527153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2666527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0562318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4219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12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5">
            <a:extLst>
              <a:ext uri="{FF2B5EF4-FFF2-40B4-BE49-F238E27FC236}">
                <a16:creationId xmlns:a16="http://schemas.microsoft.com/office/drawing/2014/main" id="{A932CA58-7E02-1727-9C59-A09F8C283B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109160"/>
              </p:ext>
            </p:extLst>
          </p:nvPr>
        </p:nvGraphicFramePr>
        <p:xfrm>
          <a:off x="4314419" y="1457325"/>
          <a:ext cx="7444192" cy="41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456">
                  <a:extLst>
                    <a:ext uri="{9D8B030D-6E8A-4147-A177-3AD203B41FA5}">
                      <a16:colId xmlns:a16="http://schemas.microsoft.com/office/drawing/2014/main" val="2558767806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2423160375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36959274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79693127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207032453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90111245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0397298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1</a:t>
                      </a:r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2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3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4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5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6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7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031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07068709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>
                    <a:solidFill>
                      <a:srgbClr val="D0DCF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da-DK" sz="700" dirty="0" err="1"/>
                        <a:t>Text</a:t>
                      </a:r>
                      <a:r>
                        <a:rPr lang="da-DK" sz="700" dirty="0"/>
                        <a:t> </a:t>
                      </a:r>
                      <a:r>
                        <a:rPr lang="da-DK" sz="700" dirty="0" err="1"/>
                        <a:t>here</a:t>
                      </a:r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780707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64475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60550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01110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29595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865988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505760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52629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940138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440779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498466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37261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32676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42481443"/>
                  </a:ext>
                </a:extLst>
              </a:tr>
            </a:tbl>
          </a:graphicData>
        </a:graphic>
      </p:graphicFrame>
      <p:pic>
        <p:nvPicPr>
          <p:cNvPr id="8" name="Picture 7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AC303513-8984-00C1-2CAA-AC026B1A0A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1824"/>
            <a:ext cx="12192000" cy="513098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419E9B7-F235-8350-5601-3E073BDB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95DD17A-BB6F-64C4-26FC-AB66BEF6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E227C-37EC-4F8D-4E41-25AE28C1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9F82-20DC-4C56-BCC9-F4387696761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FFED2-4EE6-013F-A3DF-0BC2B9A4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132A6E5-E3AE-9C8B-F839-9A571B3AF3DC}"/>
              </a:ext>
            </a:extLst>
          </p:cNvPr>
          <p:cNvGrpSpPr/>
          <p:nvPr/>
        </p:nvGrpSpPr>
        <p:grpSpPr>
          <a:xfrm>
            <a:off x="6532602" y="4299924"/>
            <a:ext cx="973377" cy="1692888"/>
            <a:chOff x="6532602" y="4299924"/>
            <a:chExt cx="973377" cy="16928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826E085-141C-8756-DE6D-B9F45AFDC4E7}"/>
                </a:ext>
              </a:extLst>
            </p:cNvPr>
            <p:cNvSpPr txBox="1"/>
            <p:nvPr/>
          </p:nvSpPr>
          <p:spPr>
            <a:xfrm>
              <a:off x="6532602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416DE42-5804-D5E4-FC76-7923CCACEA02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H="1" flipV="1">
              <a:off x="7019290" y="4299924"/>
              <a:ext cx="1" cy="1261089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953FB64-4C6E-BE46-2299-5206ABD0418B}"/>
              </a:ext>
            </a:extLst>
          </p:cNvPr>
          <p:cNvGrpSpPr/>
          <p:nvPr/>
        </p:nvGrpSpPr>
        <p:grpSpPr>
          <a:xfrm>
            <a:off x="4312993" y="2282400"/>
            <a:ext cx="973377" cy="3710412"/>
            <a:chOff x="4312993" y="2282400"/>
            <a:chExt cx="973377" cy="371041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764931-B28F-8843-2040-182E9DAFBA48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4799682" y="2282400"/>
              <a:ext cx="0" cy="3278613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59E669-2453-2E38-ABE0-B02C635C603B}"/>
                </a:ext>
              </a:extLst>
            </p:cNvPr>
            <p:cNvSpPr txBox="1"/>
            <p:nvPr/>
          </p:nvSpPr>
          <p:spPr>
            <a:xfrm>
              <a:off x="4312993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D271385-FC1B-B85D-9B86-91F479A12148}"/>
              </a:ext>
            </a:extLst>
          </p:cNvPr>
          <p:cNvGrpSpPr/>
          <p:nvPr/>
        </p:nvGrpSpPr>
        <p:grpSpPr>
          <a:xfrm>
            <a:off x="7595444" y="2788079"/>
            <a:ext cx="973377" cy="3204733"/>
            <a:chOff x="7595444" y="2788079"/>
            <a:chExt cx="973377" cy="3204733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13A8D84-A6F5-2669-4471-814E0D417681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8082133" y="2788079"/>
              <a:ext cx="0" cy="2772934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112851-A14C-5760-5A54-2D35B1A20DD2}"/>
                </a:ext>
              </a:extLst>
            </p:cNvPr>
            <p:cNvSpPr txBox="1"/>
            <p:nvPr/>
          </p:nvSpPr>
          <p:spPr>
            <a:xfrm>
              <a:off x="7595444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7D348AC-BD72-1C72-F217-BA007D09A8A2}"/>
              </a:ext>
            </a:extLst>
          </p:cNvPr>
          <p:cNvGrpSpPr/>
          <p:nvPr/>
        </p:nvGrpSpPr>
        <p:grpSpPr>
          <a:xfrm>
            <a:off x="9717671" y="3795713"/>
            <a:ext cx="973377" cy="2197099"/>
            <a:chOff x="9717671" y="3795713"/>
            <a:chExt cx="973377" cy="2197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C6529DC-8595-47DA-92D9-35B9A182D8B3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10204360" y="3795713"/>
              <a:ext cx="0" cy="1765300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CE8457E-C66C-36A2-1B2E-2D1447C125C8}"/>
                </a:ext>
              </a:extLst>
            </p:cNvPr>
            <p:cNvSpPr txBox="1"/>
            <p:nvPr/>
          </p:nvSpPr>
          <p:spPr>
            <a:xfrm>
              <a:off x="9717671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560C945-A182-C37E-B00A-4249B826CA12}"/>
              </a:ext>
            </a:extLst>
          </p:cNvPr>
          <p:cNvGrpSpPr/>
          <p:nvPr/>
        </p:nvGrpSpPr>
        <p:grpSpPr>
          <a:xfrm>
            <a:off x="10743593" y="3290888"/>
            <a:ext cx="973377" cy="2701924"/>
            <a:chOff x="10743593" y="3290888"/>
            <a:chExt cx="973377" cy="270192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672FF6-1666-CBCA-6EFB-6FD8985F180C}"/>
                </a:ext>
              </a:extLst>
            </p:cNvPr>
            <p:cNvSpPr txBox="1"/>
            <p:nvPr/>
          </p:nvSpPr>
          <p:spPr>
            <a:xfrm>
              <a:off x="10743593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5D7652-F2C1-A4E9-7070-7283AF38FCE5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11230282" y="3290888"/>
              <a:ext cx="0" cy="2270125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443A5-DBFD-F065-C528-DEAF9F66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16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E7EEFF0-7061-AFCF-D85F-01805C25A4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00" y="860400"/>
            <a:ext cx="12192000" cy="51309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3B1315-872E-19FA-0B16-2D55DE3E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E5E1975-73D9-FA46-0ED5-260E6E254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03E6F-C79E-A360-FED8-F592632E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2913-7B11-4D65-8E50-6A39FA178CF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E9D3D-FB04-F5E8-3031-9832706B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A52E46-DB43-F4F6-7757-AAFAACA137B4}"/>
              </a:ext>
            </a:extLst>
          </p:cNvPr>
          <p:cNvGrpSpPr>
            <a:grpSpLocks/>
          </p:cNvGrpSpPr>
          <p:nvPr/>
        </p:nvGrpSpPr>
        <p:grpSpPr>
          <a:xfrm>
            <a:off x="4314825" y="-651022"/>
            <a:ext cx="7444192" cy="358442"/>
            <a:chOff x="4314825" y="-651022"/>
            <a:chExt cx="7444192" cy="358442"/>
          </a:xfrm>
          <a:noFill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E25C8B-A049-A7F7-30D9-1DE1DCFB83BB}"/>
                </a:ext>
              </a:extLst>
            </p:cNvPr>
            <p:cNvSpPr>
              <a:spLocks/>
            </p:cNvSpPr>
            <p:nvPr/>
          </p:nvSpPr>
          <p:spPr>
            <a:xfrm>
              <a:off x="4314825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6F99F6-EFC6-65B0-7F25-7644DE400311}"/>
                </a:ext>
              </a:extLst>
            </p:cNvPr>
            <p:cNvSpPr>
              <a:spLocks/>
            </p:cNvSpPr>
            <p:nvPr/>
          </p:nvSpPr>
          <p:spPr>
            <a:xfrm>
              <a:off x="6442223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4A1879-8612-9456-136F-A34FBDDFD33F}"/>
                </a:ext>
              </a:extLst>
            </p:cNvPr>
            <p:cNvSpPr>
              <a:spLocks/>
            </p:cNvSpPr>
            <p:nvPr/>
          </p:nvSpPr>
          <p:spPr>
            <a:xfrm>
              <a:off x="8569621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3737FE-6B13-571F-7802-050D931F7672}"/>
                </a:ext>
              </a:extLst>
            </p:cNvPr>
            <p:cNvSpPr>
              <a:spLocks/>
            </p:cNvSpPr>
            <p:nvPr/>
          </p:nvSpPr>
          <p:spPr>
            <a:xfrm>
              <a:off x="10697017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</p:grpSp>
      <p:graphicFrame>
        <p:nvGraphicFramePr>
          <p:cNvPr id="56" name="Table 35">
            <a:extLst>
              <a:ext uri="{FF2B5EF4-FFF2-40B4-BE49-F238E27FC236}">
                <a16:creationId xmlns:a16="http://schemas.microsoft.com/office/drawing/2014/main" id="{35CD3481-D809-B287-E6BD-2507FB5249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09579"/>
              </p:ext>
            </p:extLst>
          </p:nvPr>
        </p:nvGraphicFramePr>
        <p:xfrm>
          <a:off x="4314825" y="2429703"/>
          <a:ext cx="7444192" cy="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456">
                  <a:extLst>
                    <a:ext uri="{9D8B030D-6E8A-4147-A177-3AD203B41FA5}">
                      <a16:colId xmlns:a16="http://schemas.microsoft.com/office/drawing/2014/main" val="2558767806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2423160375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36959274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79693127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207032453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90111245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0397298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72000" marR="72000" marT="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19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1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9118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72000" marR="72000" marT="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031946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a16:creationId xmlns:a16="http://schemas.microsoft.com/office/drawing/2014/main" id="{7352D9DE-CE75-4781-B554-077093F92D7D}"/>
              </a:ext>
            </a:extLst>
          </p:cNvPr>
          <p:cNvGrpSpPr/>
          <p:nvPr/>
        </p:nvGrpSpPr>
        <p:grpSpPr>
          <a:xfrm>
            <a:off x="4314825" y="3035965"/>
            <a:ext cx="1062000" cy="1076199"/>
            <a:chOff x="4281718" y="4916613"/>
            <a:chExt cx="973382" cy="107619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256D96-F483-7C33-B073-068DD73894A1}"/>
                </a:ext>
              </a:extLst>
            </p:cNvPr>
            <p:cNvSpPr txBox="1"/>
            <p:nvPr/>
          </p:nvSpPr>
          <p:spPr>
            <a:xfrm>
              <a:off x="4281718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EC13B20-F360-5D21-A026-DE3593CA4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E40A32B-3DE0-9464-BE80-50AA088CEF14}"/>
              </a:ext>
            </a:extLst>
          </p:cNvPr>
          <p:cNvGrpSpPr/>
          <p:nvPr/>
        </p:nvGrpSpPr>
        <p:grpSpPr>
          <a:xfrm>
            <a:off x="5377754" y="3035965"/>
            <a:ext cx="1062000" cy="1400098"/>
            <a:chOff x="4312993" y="4916613"/>
            <a:chExt cx="973382" cy="140009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1AAEDDB-AD1E-7ED0-7FE0-116F2E198DFE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D11B9D0-FBA0-F9CB-42C5-05B19513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AB4BA9-8377-2C5D-86E8-654312ED2226}"/>
              </a:ext>
            </a:extLst>
          </p:cNvPr>
          <p:cNvGrpSpPr/>
          <p:nvPr/>
        </p:nvGrpSpPr>
        <p:grpSpPr>
          <a:xfrm>
            <a:off x="6440683" y="3035965"/>
            <a:ext cx="1062000" cy="1076199"/>
            <a:chOff x="4312993" y="4916613"/>
            <a:chExt cx="973382" cy="107619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D7116D8-C9F0-301F-2E29-16CA16066407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02DCBA6-154D-2B02-EDF8-2D4CFEF2E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569949-2F55-8187-4259-5F6171306D5F}"/>
              </a:ext>
            </a:extLst>
          </p:cNvPr>
          <p:cNvGrpSpPr/>
          <p:nvPr/>
        </p:nvGrpSpPr>
        <p:grpSpPr>
          <a:xfrm>
            <a:off x="7503612" y="3035965"/>
            <a:ext cx="1062000" cy="1400098"/>
            <a:chOff x="4312993" y="4916613"/>
            <a:chExt cx="973382" cy="140009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A9B893-178F-838F-700B-36700CE71A0D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8CE2A77-9759-730F-6E5C-D126A07EC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E9BB7D4-F124-93DA-438D-B01EFDB5FE60}"/>
              </a:ext>
            </a:extLst>
          </p:cNvPr>
          <p:cNvGrpSpPr/>
          <p:nvPr/>
        </p:nvGrpSpPr>
        <p:grpSpPr>
          <a:xfrm>
            <a:off x="8566541" y="3035965"/>
            <a:ext cx="1062000" cy="1076199"/>
            <a:chOff x="4312993" y="4916613"/>
            <a:chExt cx="973382" cy="107619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AFA6B6A-C203-0F65-A413-1E5AEE4FC292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4406178-4FC2-3A0C-EB28-36B8DB6099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07D049A-6483-1BCC-042E-05C1EABF184E}"/>
              </a:ext>
            </a:extLst>
          </p:cNvPr>
          <p:cNvGrpSpPr/>
          <p:nvPr/>
        </p:nvGrpSpPr>
        <p:grpSpPr>
          <a:xfrm>
            <a:off x="9629470" y="3035965"/>
            <a:ext cx="1062000" cy="1400098"/>
            <a:chOff x="4312993" y="4916613"/>
            <a:chExt cx="973382" cy="1400098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4ED161-8801-9AB9-9CFF-782865297BEA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6D62CE9-9E1D-6A82-7C37-0E512A4E0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8C681AF-1C80-289A-DF47-B3072D05C765}"/>
              </a:ext>
            </a:extLst>
          </p:cNvPr>
          <p:cNvGrpSpPr/>
          <p:nvPr/>
        </p:nvGrpSpPr>
        <p:grpSpPr>
          <a:xfrm>
            <a:off x="10692397" y="3035965"/>
            <a:ext cx="1062000" cy="1076199"/>
            <a:chOff x="4312993" y="4916613"/>
            <a:chExt cx="973382" cy="107619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DC8BA10-7F64-CFCE-C3A5-C4F240D467A1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86B3D5B-0C27-1D3F-8DAB-51EE055AD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25FF4D1-4E1F-9B34-F23D-DE9F45C5683F}"/>
              </a:ext>
            </a:extLst>
          </p:cNvPr>
          <p:cNvGrpSpPr/>
          <p:nvPr/>
        </p:nvGrpSpPr>
        <p:grpSpPr>
          <a:xfrm>
            <a:off x="7344588" y="1292555"/>
            <a:ext cx="1062000" cy="1410617"/>
            <a:chOff x="7045982" y="1771991"/>
            <a:chExt cx="1062000" cy="14106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056F43-9D43-00DB-2DB3-DFF208E2EA99}"/>
                </a:ext>
              </a:extLst>
            </p:cNvPr>
            <p:cNvSpPr txBox="1"/>
            <p:nvPr/>
          </p:nvSpPr>
          <p:spPr>
            <a:xfrm>
              <a:off x="7045982" y="1771991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11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9711F76-4F1D-1F8D-CE2A-0A9819E81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6982" y="2214208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529FAA6-313F-258F-FF53-8BF0A49F2FA8}"/>
              </a:ext>
            </a:extLst>
          </p:cNvPr>
          <p:cNvGrpSpPr/>
          <p:nvPr/>
        </p:nvGrpSpPr>
        <p:grpSpPr>
          <a:xfrm>
            <a:off x="5908754" y="1626973"/>
            <a:ext cx="1062000" cy="1076199"/>
            <a:chOff x="5838867" y="2106409"/>
            <a:chExt cx="1062000" cy="107619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C382AAB-EE89-DEBC-D2BE-225C18141A55}"/>
                </a:ext>
              </a:extLst>
            </p:cNvPr>
            <p:cNvSpPr txBox="1"/>
            <p:nvPr/>
          </p:nvSpPr>
          <p:spPr>
            <a:xfrm>
              <a:off x="5838867" y="2106409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BF6D5CC-A860-DD43-9D4A-2E7A667D9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867" y="2538208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A6EE55-9DD1-43F9-D157-F2FAF4E1236C}"/>
              </a:ext>
            </a:extLst>
          </p:cNvPr>
          <p:cNvGrpSpPr/>
          <p:nvPr/>
        </p:nvGrpSpPr>
        <p:grpSpPr>
          <a:xfrm>
            <a:off x="8033683" y="1626973"/>
            <a:ext cx="1062000" cy="1076199"/>
            <a:chOff x="5838867" y="2106409"/>
            <a:chExt cx="1062000" cy="107619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BA6CB67-B7C3-C80E-F520-7BCFF92D1EF5}"/>
                </a:ext>
              </a:extLst>
            </p:cNvPr>
            <p:cNvSpPr txBox="1"/>
            <p:nvPr/>
          </p:nvSpPr>
          <p:spPr>
            <a:xfrm>
              <a:off x="5838867" y="2106409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85ACF02-0F64-C43D-0634-451F65BE42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867" y="2538208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DDE5FD-DC8B-2293-E3D5-2481ED20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073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23BEC23-1E44-4F51-8270-C01C55A00A6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/>
        </p:blipFill>
        <p:spPr/>
      </p:pic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9C3211A2-9966-B94F-D51A-292D944FB0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098846-AD28-7B4E-2624-5CD03623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329295" cy="863600"/>
          </a:xfrm>
        </p:spPr>
        <p:txBody>
          <a:bodyPr/>
          <a:lstStyle/>
          <a:p>
            <a:r>
              <a:rPr lang="en-US" dirty="0"/>
              <a:t>Value proposition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809887-2579-42BA-3B63-1F2EEFBD38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1727200"/>
            <a:ext cx="2587425" cy="4265613"/>
          </a:xfrm>
        </p:spPr>
        <p:txBody>
          <a:bodyPr/>
          <a:lstStyle/>
          <a:p>
            <a:pPr lvl="8"/>
            <a:r>
              <a:rPr lang="en-US" dirty="0"/>
              <a:t>PRODUCT NAME</a:t>
            </a:r>
          </a:p>
          <a:p>
            <a:pPr lvl="5"/>
            <a:r>
              <a:rPr lang="en-US" dirty="0"/>
              <a:t>Aliquam viverra mattis ultrices. Sed vulputate pulvinar bibendum.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93BFE-5FAC-7553-4CA5-2D8756B94E6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6838A51-D744-434D-A749-1789E1F26C25}" type="datetime3">
              <a:rPr lang="en-US" smtClean="0"/>
              <a:pPr/>
              <a:t>23 July 2026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3641D5-E8DF-735B-9DD8-6B3BF9E1232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6C4D1-2BCD-2383-CA5F-0550F306CFC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754880-C9CF-1377-066D-A6E941DA741B}"/>
              </a:ext>
            </a:extLst>
          </p:cNvPr>
          <p:cNvSpPr/>
          <p:nvPr/>
        </p:nvSpPr>
        <p:spPr>
          <a:xfrm>
            <a:off x="2047876" y="3568839"/>
            <a:ext cx="338719" cy="33871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noProof="0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3E2CBF-010B-BA88-FCF5-2FF17FA9D1E5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2386595" y="3738199"/>
            <a:ext cx="2365879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FEA546D-F4E4-2E75-DE4E-F67A6FE0DFEB}"/>
              </a:ext>
            </a:extLst>
          </p:cNvPr>
          <p:cNvSpPr/>
          <p:nvPr/>
        </p:nvSpPr>
        <p:spPr>
          <a:xfrm>
            <a:off x="427833" y="4917251"/>
            <a:ext cx="338719" cy="33871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noProof="0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33A873-1CF4-48AB-A349-FAAAA8DB66A1}"/>
              </a:ext>
            </a:extLst>
          </p:cNvPr>
          <p:cNvCxnSpPr>
            <a:cxnSpLocks/>
            <a:stCxn id="21" idx="6"/>
          </p:cNvCxnSpPr>
          <p:nvPr/>
        </p:nvCxnSpPr>
        <p:spPr>
          <a:xfrm flipV="1">
            <a:off x="766552" y="5086610"/>
            <a:ext cx="3985922" cy="1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DF45706-0F00-34DA-5439-61E5AC0D8E44}"/>
              </a:ext>
            </a:extLst>
          </p:cNvPr>
          <p:cNvSpPr/>
          <p:nvPr/>
        </p:nvSpPr>
        <p:spPr>
          <a:xfrm>
            <a:off x="7227888" y="2320390"/>
            <a:ext cx="338719" cy="338719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3</a:t>
            </a:r>
            <a:endParaRPr lang="en-US" noProof="0" dirty="0" err="1">
              <a:solidFill>
                <a:schemeClr val="tx2"/>
              </a:solidFill>
              <a:latin typeface="KONE Information" panose="020B0603040000020003" pitchFamily="34" charset="-79"/>
              <a:cs typeface="KONE Information" panose="020B0603040000020003" pitchFamily="34" charset="-79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DD804D-5DF2-46DE-E4F4-79E10EF860FE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7566607" y="2489750"/>
            <a:ext cx="257434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6181D33-9D01-5F5C-372E-B42D835EEC48}"/>
              </a:ext>
            </a:extLst>
          </p:cNvPr>
          <p:cNvSpPr/>
          <p:nvPr/>
        </p:nvSpPr>
        <p:spPr>
          <a:xfrm>
            <a:off x="7227888" y="4231539"/>
            <a:ext cx="338719" cy="338719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4</a:t>
            </a:r>
            <a:endParaRPr lang="en-US" noProof="0" dirty="0" err="1">
              <a:solidFill>
                <a:schemeClr val="tx2"/>
              </a:solidFill>
              <a:latin typeface="KONE Information" panose="020B0603040000020003" pitchFamily="34" charset="-79"/>
              <a:cs typeface="KONE Information" panose="020B0603040000020003" pitchFamily="34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652DC2-78C6-86DB-0342-F2A008F9EF0C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6096000" y="4400899"/>
            <a:ext cx="1131888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35C578A-9B40-02BF-9190-75A31844E50B}"/>
              </a:ext>
            </a:extLst>
          </p:cNvPr>
          <p:cNvSpPr txBox="1">
            <a:spLocks/>
          </p:cNvSpPr>
          <p:nvPr/>
        </p:nvSpPr>
        <p:spPr>
          <a:xfrm>
            <a:off x="432000" y="5370220"/>
            <a:ext cx="1620000" cy="6351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56D8002-A731-F86E-6502-F015BEB11DDE}"/>
              </a:ext>
            </a:extLst>
          </p:cNvPr>
          <p:cNvSpPr txBox="1">
            <a:spLocks/>
          </p:cNvSpPr>
          <p:nvPr/>
        </p:nvSpPr>
        <p:spPr>
          <a:xfrm>
            <a:off x="2047877" y="4004291"/>
            <a:ext cx="1620000" cy="635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C0338150-B4C8-7C4E-52CB-B0F2D046ABD7}"/>
              </a:ext>
            </a:extLst>
          </p:cNvPr>
          <p:cNvSpPr txBox="1">
            <a:spLocks/>
          </p:cNvSpPr>
          <p:nvPr/>
        </p:nvSpPr>
        <p:spPr>
          <a:xfrm>
            <a:off x="7227889" y="2755842"/>
            <a:ext cx="1620000" cy="712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/>
              <a:t>Dignissim nec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Lacus</a:t>
            </a:r>
            <a:r>
              <a:rPr lang="en-US" dirty="0"/>
              <a:t> ac suscipit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16300CB-60FB-4064-98C4-4CA195F2A008}"/>
              </a:ext>
            </a:extLst>
          </p:cNvPr>
          <p:cNvSpPr txBox="1">
            <a:spLocks/>
          </p:cNvSpPr>
          <p:nvPr/>
        </p:nvSpPr>
        <p:spPr>
          <a:xfrm>
            <a:off x="7227889" y="4666991"/>
            <a:ext cx="1620000" cy="89825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Donec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orci</a:t>
            </a:r>
            <a:endParaRPr lang="en-US" dirty="0"/>
          </a:p>
          <a:p>
            <a:pPr lvl="6">
              <a:buClr>
                <a:srgbClr val="1450F5"/>
              </a:buClr>
            </a:pPr>
            <a:r>
              <a:rPr lang="en-US" dirty="0"/>
              <a:t>Lobortis</a:t>
            </a:r>
          </a:p>
          <a:p>
            <a:pPr lvl="6">
              <a:buClr>
                <a:srgbClr val="1450F5"/>
              </a:buClr>
            </a:pPr>
            <a:r>
              <a:rPr lang="en-US" dirty="0"/>
              <a:t>Curabitur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ex.</a:t>
            </a:r>
          </a:p>
        </p:txBody>
      </p:sp>
    </p:spTree>
    <p:extLst>
      <p:ext uri="{BB962C8B-B14F-4D97-AF65-F5344CB8AC3E}">
        <p14:creationId xmlns:p14="http://schemas.microsoft.com/office/powerpoint/2010/main" val="3053944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76DA14F-1E20-64D2-EF35-7675C95D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icons</a:t>
            </a:r>
            <a:br>
              <a:rPr lang="en-US" dirty="0"/>
            </a:br>
            <a:r>
              <a:rPr lang="en-US" dirty="0"/>
              <a:t>For more information and material: </a:t>
            </a:r>
            <a:r>
              <a:rPr lang="en-US" dirty="0">
                <a:hlinkClick r:id="rId2"/>
              </a:rPr>
              <a:t>brandbook.kone.com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A5C49-5410-429A-F0EE-752ABAF4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5E70-07C1-4AD3-AB4E-44BDBAA5EA3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0F089-76A7-F630-B805-FB39A447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C83E1-1901-0BBF-1CA1-FCEAEA94B21C}"/>
              </a:ext>
            </a:extLst>
          </p:cNvPr>
          <p:cNvSpPr/>
          <p:nvPr/>
        </p:nvSpPr>
        <p:spPr>
          <a:xfrm>
            <a:off x="428626" y="4426813"/>
            <a:ext cx="11329987" cy="156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9E5FD396-B52E-A83A-343B-C3C2D20F2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73213" y="2059102"/>
            <a:ext cx="1619249" cy="967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AEEFA7-C0D6-27F4-9D7A-B1764CA1D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10934" y="2058802"/>
            <a:ext cx="1001043" cy="968400"/>
          </a:xfrm>
          <a:prstGeom prst="rect">
            <a:avLst/>
          </a:prstGeom>
        </p:spPr>
      </p:pic>
      <p:pic>
        <p:nvPicPr>
          <p:cNvPr id="21" name="Picture 24">
            <a:extLst>
              <a:ext uri="{FF2B5EF4-FFF2-40B4-BE49-F238E27FC236}">
                <a16:creationId xmlns:a16="http://schemas.microsoft.com/office/drawing/2014/main" id="{ED462016-0F0F-8788-C3CB-66EFACB37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53698" y="2028202"/>
            <a:ext cx="1029600" cy="1029600"/>
          </a:xfrm>
          <a:prstGeom prst="rect">
            <a:avLst/>
          </a:prstGeom>
        </p:spPr>
      </p:pic>
      <p:pic>
        <p:nvPicPr>
          <p:cNvPr id="16" name="Picture 1">
            <a:extLst>
              <a:ext uri="{FF2B5EF4-FFF2-40B4-BE49-F238E27FC236}">
                <a16:creationId xmlns:a16="http://schemas.microsoft.com/office/drawing/2014/main" id="{DCBCCB08-908E-7203-AF1B-0E9519592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273212" y="3274442"/>
            <a:ext cx="1619250" cy="967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61B901-EEA3-1F53-9F02-6D95BA5E4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410933" y="3274142"/>
            <a:ext cx="1001043" cy="968400"/>
          </a:xfrm>
          <a:prstGeom prst="rect">
            <a:avLst/>
          </a:prstGeom>
        </p:spPr>
      </p:pic>
      <p:pic>
        <p:nvPicPr>
          <p:cNvPr id="6" name="Picture 24">
            <a:extLst>
              <a:ext uri="{FF2B5EF4-FFF2-40B4-BE49-F238E27FC236}">
                <a16:creationId xmlns:a16="http://schemas.microsoft.com/office/drawing/2014/main" id="{3D3A4FAA-0664-0748-87EB-46328ED5B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753698" y="3243542"/>
            <a:ext cx="1029600" cy="1029600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8274434E-7C9C-BB0D-0B67-927B7D67D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273213" y="4725913"/>
            <a:ext cx="1619250" cy="96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B5B747-5B80-0DFA-1905-77CEDAA6F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10934" y="4725613"/>
            <a:ext cx="1001044" cy="968400"/>
          </a:xfrm>
          <a:prstGeom prst="rect">
            <a:avLst/>
          </a:prstGeom>
        </p:spPr>
      </p:pic>
      <p:pic>
        <p:nvPicPr>
          <p:cNvPr id="10" name="Picture 24">
            <a:extLst>
              <a:ext uri="{FF2B5EF4-FFF2-40B4-BE49-F238E27FC236}">
                <a16:creationId xmlns:a16="http://schemas.microsoft.com/office/drawing/2014/main" id="{0C5BE0A2-5BD8-EE67-FA16-229BF87C5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753698" y="4695013"/>
            <a:ext cx="1029600" cy="1029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D0C63-1273-AB5E-A26E-D4906B92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07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D0E73-8E78-764F-AB29-808D1B19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numbers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AA97-2F99-50E9-A22B-20618BAC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4640-635C-4C90-9B00-EC38FC729ABB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585C8-E584-4DE1-73CD-08468067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CA293-DB24-D5AA-3383-93A0DD3010C0}"/>
              </a:ext>
            </a:extLst>
          </p:cNvPr>
          <p:cNvSpPr/>
          <p:nvPr/>
        </p:nvSpPr>
        <p:spPr>
          <a:xfrm>
            <a:off x="428626" y="4426813"/>
            <a:ext cx="11329987" cy="156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3FCF394C-6F16-EC14-1204-AA033AF2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71041" y="3086769"/>
            <a:ext cx="738620" cy="1007999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95077208-A83C-8172-681A-1ECBE27BC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97418" y="3086769"/>
            <a:ext cx="738620" cy="100799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7A3788F8-C80C-45CD-8785-5FA9795DB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23795" y="3086769"/>
            <a:ext cx="738620" cy="1007999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7521239E-D0C3-0B9E-F412-C31C03DB9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50172" y="3086769"/>
            <a:ext cx="738620" cy="1007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9E416F72-A733-A759-CAB7-86424196D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176549" y="3086769"/>
            <a:ext cx="738620" cy="1007999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D9BE761C-DAB9-E246-E972-69C7DBC445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02926" y="3086769"/>
            <a:ext cx="738620" cy="1007999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0A1CAF78-AE9B-9A51-D462-E88D67A4B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429303" y="3086769"/>
            <a:ext cx="738620" cy="1007999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E973DD18-5DB9-F31E-01FA-FA317DD42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555680" y="3086769"/>
            <a:ext cx="738620" cy="1007999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B50920BA-9E09-1313-E094-682FFB536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682057" y="3086769"/>
            <a:ext cx="738620" cy="1007999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6C5ECB6-3A3F-965B-FC93-EEBA3415C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808438" y="3086769"/>
            <a:ext cx="738620" cy="1007999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97601F59-31C5-E089-3D69-A0FE151DF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1041" y="1739232"/>
            <a:ext cx="738620" cy="100800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C096E133-0D45-0439-3620-32A1B039B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7418" y="1739232"/>
            <a:ext cx="738620" cy="1008000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4D29BE1C-8448-AB1F-9415-EC2B7988F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3795" y="1739232"/>
            <a:ext cx="738620" cy="10080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0C3FB6D8-7106-CEF1-465A-A02A49F9A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50172" y="1739232"/>
            <a:ext cx="738620" cy="1008000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4C6CC9C7-709E-C3FF-4489-D6A6F9592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76549" y="1739232"/>
            <a:ext cx="738620" cy="10080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52B5BE61-1C08-A56A-0853-251B562D6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02926" y="1739232"/>
            <a:ext cx="738620" cy="100800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4EF010CE-A350-D518-0C4A-BD4C933E1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29303" y="1739232"/>
            <a:ext cx="738620" cy="100800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87F2AB8E-AF15-8124-E245-AC67B65FF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55680" y="1739232"/>
            <a:ext cx="738620" cy="1008000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4AF904C4-12D9-5D26-0C2F-0F645234B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82057" y="1739232"/>
            <a:ext cx="738620" cy="1008000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E5072BB9-B373-915A-E2DE-92BA23232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08438" y="1739232"/>
            <a:ext cx="738620" cy="1008000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37347AB8-CE1F-275F-F055-0A3894DA2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671041" y="4705813"/>
            <a:ext cx="738620" cy="1007999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D477BBDA-0923-9EE2-BA05-B0ADBB00A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97418" y="4705813"/>
            <a:ext cx="738620" cy="1007999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6853B3A9-C13E-0981-C6A7-6628FBD25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923795" y="4705813"/>
            <a:ext cx="738620" cy="1007999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5024D669-2593-267E-0D7F-9AEBBC739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4050172" y="4705813"/>
            <a:ext cx="738620" cy="1007999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056447AD-62EB-C356-A035-C3260F1AD7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5176549" y="4705813"/>
            <a:ext cx="738620" cy="1007999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31AB83C0-18F5-3937-4F2D-43B72B60B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6302926" y="4705813"/>
            <a:ext cx="738620" cy="1007999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5E0AE9E4-2D81-4972-D2E4-CD8F4E76E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7429303" y="4705813"/>
            <a:ext cx="738620" cy="1007999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FE941089-65ED-76F4-B109-EEF843A8F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8555680" y="4705813"/>
            <a:ext cx="738620" cy="1007999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CA915BC-1055-49E8-9F26-8296E8C803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682057" y="4705813"/>
            <a:ext cx="738620" cy="1007999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313928DF-AE85-1E76-7A63-59F1DAB78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10808438" y="4705813"/>
            <a:ext cx="738620" cy="100799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9F8047-18D4-9F8E-FD82-A39BB32B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582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C61029-5B16-9C19-930F-BAF950F6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illustrations</a:t>
            </a:r>
            <a:br>
              <a:rPr lang="en-US" dirty="0"/>
            </a:br>
            <a:r>
              <a:rPr lang="en-US" dirty="0"/>
              <a:t>For more information and material: </a:t>
            </a:r>
            <a:r>
              <a:rPr lang="en-US" dirty="0">
                <a:hlinkClick r:id="rId2"/>
              </a:rPr>
              <a:t>brandbook.kone.com</a:t>
            </a:r>
            <a:br>
              <a:rPr lang="en-US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B32EA-11A7-045E-72F3-BA41A2DB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AC03-49B1-4597-983D-BAB6DA6D53F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CD99-705D-3B09-BE49-46E92591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77CC98-E957-DC31-BFEB-5D9374A52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7100" y="2792906"/>
            <a:ext cx="1709887" cy="27681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EDE59A7-2B4D-56DB-1224-32BE823C2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04" y="3143145"/>
            <a:ext cx="2811600" cy="241430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14B813-B67A-847D-6998-747F89E74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95686" y="3138525"/>
            <a:ext cx="3158033" cy="241465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E403F6-566D-5D15-7414-F234BACF3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10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2A4D8D8-9F58-4416-5D7B-27937517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233" y="2158318"/>
            <a:ext cx="6765122" cy="340269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0DBE2ED-801A-8D69-0772-2B8E9ED1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FA2CB4-A303-F856-D03D-3DEE731B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27FB-C878-492E-A02A-6F8C3E86139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BCC743-9BD9-9566-DD21-32275378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62F345-D173-0083-AF4A-2F6C26783935}"/>
              </a:ext>
            </a:extLst>
          </p:cNvPr>
          <p:cNvSpPr/>
          <p:nvPr/>
        </p:nvSpPr>
        <p:spPr>
          <a:xfrm>
            <a:off x="432000" y="2627488"/>
            <a:ext cx="2490059" cy="16030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>
              <a:lnSpc>
                <a:spcPct val="110000"/>
              </a:lnSpc>
            </a:pPr>
            <a:r>
              <a:rPr lang="en-US" sz="1400" noProof="0" dirty="0"/>
              <a:t>TIP: </a:t>
            </a:r>
          </a:p>
          <a:p>
            <a:pPr>
              <a:lnSpc>
                <a:spcPct val="110000"/>
              </a:lnSpc>
            </a:pPr>
            <a:r>
              <a:rPr lang="en-US" sz="1400" noProof="0" dirty="0"/>
              <a:t>Find more slide styles in the layouts:</a:t>
            </a:r>
          </a:p>
        </p:txBody>
      </p:sp>
      <p:pic>
        <p:nvPicPr>
          <p:cNvPr id="17" name="Picture 18">
            <a:extLst>
              <a:ext uri="{FF2B5EF4-FFF2-40B4-BE49-F238E27FC236}">
                <a16:creationId xmlns:a16="http://schemas.microsoft.com/office/drawing/2014/main" id="{0CF53C72-6A41-F27A-7783-35FB31E51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73134" y="3120109"/>
            <a:ext cx="741024" cy="71686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FDEF6A-1E3C-B48C-1C48-A14B006C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3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D3F57E-27AB-4384-DCA6-FF5BA3A05A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330" y="5864404"/>
            <a:ext cx="2060643" cy="60157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98BCE1-B8B8-4F20-43CE-21FD60EBE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330" y="4123483"/>
            <a:ext cx="2060643" cy="14115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99C6EC-9FBA-61B9-F4AE-F0594D8D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colors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21D6F0E-EB17-C9DC-385E-6872B794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only use KONE colors</a:t>
            </a:r>
            <a:br>
              <a:rPr lang="en-US" dirty="0"/>
            </a:br>
            <a:r>
              <a:rPr lang="en-US" dirty="0"/>
              <a:t>highlighted in green </a:t>
            </a:r>
          </a:p>
          <a:p>
            <a:r>
              <a:rPr lang="en-US" dirty="0"/>
              <a:t>Theme Colors on top row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Custom Colors</a:t>
            </a:r>
          </a:p>
          <a:p>
            <a:pPr lvl="1"/>
            <a:r>
              <a:rPr lang="en-US" dirty="0"/>
              <a:t>Tints of blue and </a:t>
            </a:r>
            <a:br>
              <a:rPr lang="en-US" dirty="0"/>
            </a:br>
            <a:r>
              <a:rPr lang="en-US" dirty="0"/>
              <a:t>black</a:t>
            </a:r>
          </a:p>
          <a:p>
            <a:pPr lvl="1"/>
            <a:r>
              <a:rPr lang="en-US" dirty="0"/>
              <a:t>Accent colors used </a:t>
            </a:r>
            <a:br>
              <a:rPr lang="en-US" dirty="0"/>
            </a:br>
            <a:r>
              <a:rPr lang="en-US" dirty="0"/>
              <a:t>in UI and illustrations</a:t>
            </a:r>
          </a:p>
          <a:p>
            <a:endParaRPr lang="en-US" dirty="0"/>
          </a:p>
          <a:p>
            <a:r>
              <a:rPr lang="en-US" dirty="0"/>
              <a:t>Please do not use </a:t>
            </a:r>
            <a:br>
              <a:rPr lang="en-US" dirty="0"/>
            </a:br>
            <a:r>
              <a:rPr lang="en-US" dirty="0"/>
              <a:t>Standard Colors</a:t>
            </a:r>
            <a:br>
              <a:rPr lang="en-US" dirty="0"/>
            </a:b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2A9D654-A7C0-503A-E82A-69C2175CEE43}"/>
              </a:ext>
            </a:extLst>
          </p:cNvPr>
          <p:cNvGrpSpPr/>
          <p:nvPr/>
        </p:nvGrpSpPr>
        <p:grpSpPr>
          <a:xfrm>
            <a:off x="5520798" y="2853324"/>
            <a:ext cx="6470267" cy="3632314"/>
            <a:chOff x="5288347" y="2593301"/>
            <a:chExt cx="6470267" cy="363231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E109058-3C49-D59C-899F-664BFCC1F05D}"/>
                </a:ext>
              </a:extLst>
            </p:cNvPr>
            <p:cNvGrpSpPr/>
            <p:nvPr/>
          </p:nvGrpSpPr>
          <p:grpSpPr>
            <a:xfrm>
              <a:off x="5288347" y="2593301"/>
              <a:ext cx="6470267" cy="2545114"/>
              <a:chOff x="4313238" y="445045"/>
              <a:chExt cx="7445375" cy="292867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3919350-55CF-1752-D25A-06A3F829C0A3}"/>
                  </a:ext>
                </a:extLst>
              </p:cNvPr>
              <p:cNvSpPr/>
              <p:nvPr/>
            </p:nvSpPr>
            <p:spPr>
              <a:xfrm>
                <a:off x="4313238" y="445045"/>
                <a:ext cx="1110060" cy="1110060"/>
              </a:xfrm>
              <a:prstGeom prst="rect">
                <a:avLst/>
              </a:prstGeom>
              <a:solidFill>
                <a:srgbClr val="1450F5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chemeClr val="bg1"/>
                    </a:solidFill>
                    <a:latin typeface="Inter" panose="02000503000000020004" pitchFamily="2" charset="0"/>
                  </a:rPr>
                  <a:t>#1450F5 </a:t>
                </a:r>
              </a:p>
              <a:p>
                <a:r>
                  <a:rPr lang="en-US" sz="800" dirty="0">
                    <a:solidFill>
                      <a:schemeClr val="bg1"/>
                    </a:solidFill>
                    <a:latin typeface="Inter" panose="02000503000000020004" pitchFamily="2" charset="0"/>
                  </a:rPr>
                  <a:t>RGB 20/80/245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067A401-F0C4-4EE4-D391-F0588B487918}"/>
                  </a:ext>
                </a:extLst>
              </p:cNvPr>
              <p:cNvSpPr/>
              <p:nvPr/>
            </p:nvSpPr>
            <p:spPr>
              <a:xfrm>
                <a:off x="5580301" y="445045"/>
                <a:ext cx="1110060" cy="1110060"/>
              </a:xfrm>
              <a:prstGeom prst="rect">
                <a:avLst/>
              </a:prstGeom>
              <a:solidFill>
                <a:srgbClr val="FFCDD7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#FFCDD7</a:t>
                </a:r>
              </a:p>
              <a:p>
                <a:r>
                  <a:rPr lang="en-US" sz="80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RGB 255/205/215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A6BD8A5-5346-42D9-50A0-3838CDF8C113}"/>
                  </a:ext>
                </a:extLst>
              </p:cNvPr>
              <p:cNvSpPr/>
              <p:nvPr/>
            </p:nvSpPr>
            <p:spPr>
              <a:xfrm>
                <a:off x="6847364" y="445045"/>
                <a:ext cx="1110060" cy="1110060"/>
              </a:xfrm>
              <a:prstGeom prst="rect">
                <a:avLst/>
              </a:prstGeom>
              <a:solidFill>
                <a:srgbClr val="FFE141"/>
              </a:solidFill>
            </p:spPr>
            <p:txBody>
              <a:bodyPr wrap="none">
                <a:noAutofit/>
              </a:bodyPr>
              <a:lstStyle/>
              <a:p>
                <a:pPr lvl="0">
                  <a:defRPr/>
                </a:pPr>
                <a:r>
                  <a:rPr lang="en-US" sz="800" b="0" i="0" u="none" strike="noStrike" baseline="0" dirty="0">
                    <a:latin typeface="Inter" panose="02000503000000020004" pitchFamily="2" charset="0"/>
                  </a:rPr>
                  <a:t>#FFE141</a:t>
                </a:r>
              </a:p>
              <a:p>
                <a:pPr lvl="0">
                  <a:defRPr/>
                </a:pPr>
                <a:r>
                  <a:rPr kumimoji="0" lang="en-US" sz="800" kern="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Inter" panose="02000503000000020004" pitchFamily="2" charset="0"/>
                  </a:rPr>
                  <a:t>R</a:t>
                </a:r>
                <a:r>
                  <a:rPr lang="en-US" sz="800" kern="0" dirty="0">
                    <a:latin typeface="Inter" panose="02000503000000020004" pitchFamily="2" charset="0"/>
                  </a:rPr>
                  <a:t>GB 255/225/65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CE81B499-749C-E5AE-E1A6-F01DFD3FC434}"/>
                  </a:ext>
                </a:extLst>
              </p:cNvPr>
              <p:cNvGraphicFramePr/>
              <p:nvPr/>
            </p:nvGraphicFramePr>
            <p:xfrm>
              <a:off x="10026337" y="2121797"/>
              <a:ext cx="1177246" cy="125192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2" name="Content Placeholder 9">
                <a:extLst>
                  <a:ext uri="{FF2B5EF4-FFF2-40B4-BE49-F238E27FC236}">
                    <a16:creationId xmlns:a16="http://schemas.microsoft.com/office/drawing/2014/main" id="{602EE9E4-2A77-F0CC-1893-178CFB637FE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411076" y="2113895"/>
              <a:ext cx="1374748" cy="11901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EED5272-131B-EC42-AA39-54EB558A6DA6}"/>
                  </a:ext>
                </a:extLst>
              </p:cNvPr>
              <p:cNvSpPr/>
              <p:nvPr/>
            </p:nvSpPr>
            <p:spPr>
              <a:xfrm>
                <a:off x="9381490" y="445045"/>
                <a:ext cx="1110060" cy="1110060"/>
              </a:xfrm>
              <a:prstGeom prst="rect">
                <a:avLst/>
              </a:prstGeom>
              <a:solidFill>
                <a:srgbClr val="D2F5FF"/>
              </a:solidFill>
            </p:spPr>
            <p:txBody>
              <a:bodyPr wrap="none">
                <a:noAutofit/>
              </a:bodyPr>
              <a:lstStyle/>
              <a:p>
                <a:pPr lvl="0">
                  <a:defRPr/>
                </a:pPr>
                <a:r>
                  <a:rPr lang="en-US" sz="800" b="0" i="0" u="none" strike="noStrike" baseline="0" dirty="0">
                    <a:latin typeface="Inter" panose="02000503000000020004" pitchFamily="2" charset="0"/>
                  </a:rPr>
                  <a:t>#D2F5FF</a:t>
                </a:r>
              </a:p>
              <a:p>
                <a:pPr lvl="0">
                  <a:defRPr/>
                </a:pPr>
                <a:r>
                  <a:rPr kumimoji="0" lang="en-US" sz="800" kern="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Inter" panose="02000503000000020004" pitchFamily="2" charset="0"/>
                  </a:rPr>
                  <a:t>RGB 210/245/255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52B4907-F4C8-B50C-B4BB-2C3D694ECB34}"/>
                  </a:ext>
                </a:extLst>
              </p:cNvPr>
              <p:cNvSpPr/>
              <p:nvPr/>
            </p:nvSpPr>
            <p:spPr>
              <a:xfrm>
                <a:off x="10648553" y="445045"/>
                <a:ext cx="1110060" cy="1110060"/>
              </a:xfrm>
              <a:prstGeom prst="rect">
                <a:avLst/>
              </a:prstGeom>
              <a:solidFill>
                <a:srgbClr val="A1B9FB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dirty="0">
                    <a:latin typeface="Inter" panose="02000503000000020004" pitchFamily="2" charset="0"/>
                  </a:rPr>
                  <a:t>#A1B9FB</a:t>
                </a:r>
              </a:p>
              <a:p>
                <a:r>
                  <a:rPr lang="en-US" sz="800" dirty="0">
                    <a:latin typeface="Inter" panose="02000503000000020004" pitchFamily="2" charset="0"/>
                  </a:rPr>
                  <a:t>RGB 161/185/251</a:t>
                </a:r>
              </a:p>
              <a:p>
                <a:endParaRPr lang="en-US" sz="800" dirty="0">
                  <a:latin typeface="Inter" panose="02000503000000020004" pitchFamily="2" charset="0"/>
                </a:endParaRPr>
              </a:p>
              <a:p>
                <a:r>
                  <a:rPr lang="en-US" sz="800" dirty="0">
                    <a:latin typeface="Inter" panose="02000503000000020004" pitchFamily="2" charset="0"/>
                  </a:rPr>
                  <a:t>40% blue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07F30A2-5C7F-C90B-34CE-B49371E2D8FD}"/>
                  </a:ext>
                </a:extLst>
              </p:cNvPr>
              <p:cNvSpPr/>
              <p:nvPr/>
            </p:nvSpPr>
            <p:spPr>
              <a:xfrm>
                <a:off x="8114427" y="445045"/>
                <a:ext cx="1110060" cy="1110060"/>
              </a:xfrm>
              <a:prstGeom prst="rect">
                <a:avLst/>
              </a:prstGeom>
              <a:solidFill>
                <a:srgbClr val="AAE1C8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AAE1C8</a:t>
                </a:r>
              </a:p>
              <a:p>
                <a:r>
                  <a:rPr lang="en-US" sz="80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RGB 170/225/200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</p:grpSp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7331238C-05E7-E2BA-D6F4-3A85379CA907}"/>
                </a:ext>
              </a:extLst>
            </p:cNvPr>
            <p:cNvGraphicFramePr/>
            <p:nvPr/>
          </p:nvGraphicFramePr>
          <p:xfrm>
            <a:off x="10282737" y="5138415"/>
            <a:ext cx="1022400" cy="1087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3D1A6B1-28F9-8250-CA24-9AB316BF756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4454" y="2569149"/>
            <a:ext cx="2060643" cy="15554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84AEB5-4186-7338-DEE6-54183D58E67E}"/>
              </a:ext>
            </a:extLst>
          </p:cNvPr>
          <p:cNvSpPr/>
          <p:nvPr/>
        </p:nvSpPr>
        <p:spPr>
          <a:xfrm>
            <a:off x="2998149" y="2851820"/>
            <a:ext cx="2141266" cy="248653"/>
          </a:xfrm>
          <a:prstGeom prst="rect">
            <a:avLst/>
          </a:prstGeom>
          <a:noFill/>
          <a:ln w="31750">
            <a:solidFill>
              <a:srgbClr val="1ED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110000"/>
              </a:lnSpc>
            </a:pPr>
            <a:endParaRPr lang="en-US" sz="1400" dirty="0" err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253417-603F-5AD0-D4AC-6FACFF8A23C7}"/>
              </a:ext>
            </a:extLst>
          </p:cNvPr>
          <p:cNvCxnSpPr>
            <a:cxnSpLocks/>
          </p:cNvCxnSpPr>
          <p:nvPr/>
        </p:nvCxnSpPr>
        <p:spPr>
          <a:xfrm>
            <a:off x="3054453" y="3207854"/>
            <a:ext cx="2049460" cy="802432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7F9899-F102-761B-F1BF-E1924090C46A}"/>
              </a:ext>
            </a:extLst>
          </p:cNvPr>
          <p:cNvCxnSpPr>
            <a:cxnSpLocks/>
          </p:cNvCxnSpPr>
          <p:nvPr/>
        </p:nvCxnSpPr>
        <p:spPr>
          <a:xfrm flipV="1">
            <a:off x="3054452" y="3207854"/>
            <a:ext cx="2033908" cy="802184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1E47638-BE16-E375-6E18-B40EAFFFC357}"/>
              </a:ext>
            </a:extLst>
          </p:cNvPr>
          <p:cNvSpPr/>
          <p:nvPr/>
        </p:nvSpPr>
        <p:spPr>
          <a:xfrm>
            <a:off x="2998843" y="4457726"/>
            <a:ext cx="2141266" cy="1087200"/>
          </a:xfrm>
          <a:prstGeom prst="rect">
            <a:avLst/>
          </a:prstGeom>
          <a:noFill/>
          <a:ln w="31750">
            <a:solidFill>
              <a:srgbClr val="1ED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110000"/>
              </a:lnSpc>
            </a:pPr>
            <a:endParaRPr lang="en-US" sz="1400" dirty="0" err="1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595220-F7F5-7CC7-0BCC-ED97BB455783}"/>
              </a:ext>
            </a:extLst>
          </p:cNvPr>
          <p:cNvCxnSpPr>
            <a:cxnSpLocks/>
          </p:cNvCxnSpPr>
          <p:nvPr/>
        </p:nvCxnSpPr>
        <p:spPr>
          <a:xfrm>
            <a:off x="3037591" y="6177060"/>
            <a:ext cx="2062382" cy="244569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1D0225-7ACC-2F31-F92E-3292C7634398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037591" y="6165193"/>
            <a:ext cx="2062382" cy="256436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88124976-9E82-FE8F-8180-FD54F193D1B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6059" y="4457726"/>
            <a:ext cx="3321920" cy="188471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35" name="Content Placeholder 9">
            <a:extLst>
              <a:ext uri="{FF2B5EF4-FFF2-40B4-BE49-F238E27FC236}">
                <a16:creationId xmlns:a16="http://schemas.microsoft.com/office/drawing/2014/main" id="{4D117CAB-F65B-53A9-9B1F-68FC6312D873}"/>
              </a:ext>
            </a:extLst>
          </p:cNvPr>
          <p:cNvGraphicFramePr>
            <a:graphicFrameLocks/>
          </p:cNvGraphicFramePr>
          <p:nvPr/>
        </p:nvGraphicFramePr>
        <p:xfrm>
          <a:off x="9081951" y="5401550"/>
          <a:ext cx="1194698" cy="108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377718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meline&#10;&#10;Description automatically generated">
            <a:extLst>
              <a:ext uri="{FF2B5EF4-FFF2-40B4-BE49-F238E27FC236}">
                <a16:creationId xmlns:a16="http://schemas.microsoft.com/office/drawing/2014/main" id="{76F35804-768B-4369-EA6C-96C7F66C6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865" y="4036199"/>
            <a:ext cx="3194362" cy="1795048"/>
          </a:xfrm>
          <a:prstGeom prst="rect">
            <a:avLst/>
          </a:prstGeom>
          <a:ln>
            <a:solidFill>
              <a:srgbClr val="A1A1A1"/>
            </a:solidFill>
          </a:ln>
        </p:spPr>
      </p:pic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EDE69FB-0D1B-6167-D86B-5037FAA3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823" y="1941493"/>
            <a:ext cx="3206632" cy="1800159"/>
          </a:xfrm>
          <a:prstGeom prst="rect">
            <a:avLst/>
          </a:prstGeom>
          <a:ln>
            <a:solidFill>
              <a:srgbClr val="A1A1A1"/>
            </a:solidFill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8FEBF6B-901D-B4C7-DCA5-0F7BA66F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Text &amp; typography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3ACA47-9AF6-A499-DED2-79B10F80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2160200"/>
            <a:ext cx="7336046" cy="3832613"/>
          </a:xfrm>
        </p:spPr>
        <p:txBody>
          <a:bodyPr vert="horz" lIns="0" tIns="0" rIns="0" bIns="0" rtlCol="0" anchor="t">
            <a:noAutofit/>
          </a:bodyPr>
          <a:lstStyle/>
          <a:p>
            <a:pPr marL="179705" indent="-179705" algn="l"/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All text is left aligned with a few exceptions such as pagination, navigation text and footnotes</a:t>
            </a:r>
          </a:p>
          <a:p>
            <a:pPr marL="179705" indent="-179705"/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We have two fonts: Inter and KONE Information</a:t>
            </a:r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 </a:t>
            </a:r>
            <a:endParaRPr lang="en-US" b="0" i="0" u="none" strike="noStrike" dirty="0">
              <a:solidFill>
                <a:srgbClr val="000000"/>
              </a:solidFill>
              <a:effectLst/>
              <a:ea typeface="Inter" panose="02000503000000020004" pitchFamily="2" charset="0"/>
            </a:endParaRPr>
          </a:p>
          <a:p>
            <a:pPr marL="179705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Inter i</a:t>
            </a:r>
            <a:r>
              <a:rPr lang="en-US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s our primary font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 and </a:t>
            </a:r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it is the default font for main headlines and body text in this template 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Inter font should always be written in either black (light backgrounds) or white (dark backgrounds) – never in blue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Inter font should always be written in sentence case, never with all caps</a:t>
            </a:r>
          </a:p>
          <a:p>
            <a:pPr marL="179705" indent="-179705" algn="l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KONE Information is our secondary font. In this template it is used for navigation text, page numbers, small section titles, technical descriptions, product names etc. 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KONE Information font should be written in either blue, black (light backgrounds) or white (dark backgrounds)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KONE Information font should always be all caps</a:t>
            </a:r>
          </a:p>
          <a:p>
            <a:pPr marL="359410" lvl="1" indent="-179705"/>
            <a:endParaRPr lang="en-US" dirty="0">
              <a:solidFill>
                <a:srgbClr val="000000"/>
              </a:solidFill>
            </a:endParaRPr>
          </a:p>
          <a:p>
            <a:pPr marL="179705" indent="-179705"/>
            <a:endParaRPr lang="en-US" dirty="0">
              <a:ea typeface="Inter"/>
              <a:cs typeface="Inter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5DF0C5-5692-40C2-07C1-D35B0F7B13D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3CEB7C-37EA-34ED-28CF-BB74D80E1C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42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D43B88-3C65-7C38-61FD-3A6C2A912C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6FB9C5-9923-4451-984B-05DFDBB3B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4144D7F-F1D0-8D20-F5E8-A9F5388E0A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2" hidden="1">
            <a:extLst>
              <a:ext uri="{FF2B5EF4-FFF2-40B4-BE49-F238E27FC236}">
                <a16:creationId xmlns:a16="http://schemas.microsoft.com/office/drawing/2014/main" id="{2131BC2E-1C6C-5D83-670C-24716DF960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14093"/>
      </p:ext>
    </p:extLst>
  </p:cSld>
  <p:clrMapOvr>
    <a:masterClrMapping/>
  </p:clrMapOvr>
</p:sld>
</file>

<file path=ppt/theme/theme1.xml><?xml version="1.0" encoding="utf-8"?>
<a:theme xmlns:a="http://schemas.openxmlformats.org/drawingml/2006/main" name="KON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450F5"/>
        </a:solidFill>
        <a:ln>
          <a:solidFill>
            <a:srgbClr val="1450F5"/>
          </a:solidFill>
        </a:ln>
      </a:spPr>
      <a:bodyPr lIns="72000" tIns="36000" rIns="72000" bIns="36000" rtlCol="0" anchor="ctr"/>
      <a:lstStyle>
        <a:defPPr algn="ctr">
          <a:lnSpc>
            <a:spcPct val="110000"/>
          </a:lnSpc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46800" rIns="90000" bIns="46800" rtlCol="0">
        <a:spAutoFit/>
      </a:bodyPr>
      <a:lstStyle>
        <a:defPPr marL="0" indent="0" algn="l" defTabSz="914400" rtl="0" eaLnBrk="1" latinLnBrk="0" hangingPunct="1">
          <a:lnSpc>
            <a:spcPct val="110000"/>
          </a:lnSpc>
          <a:spcBef>
            <a:spcPts val="300"/>
          </a:spcBef>
          <a:spcAft>
            <a:spcPts val="300"/>
          </a:spcAft>
          <a:buFontTx/>
          <a:buNone/>
          <a:defRPr sz="14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Kone PowerPoint template Latin.potx" id="{CFEE2599-F72A-43D7-9452-2DA2B02DCC06}" vid="{15484003-828D-4682-A724-48476F0362DF}"/>
    </a:ext>
  </a:extLst>
</a:theme>
</file>

<file path=ppt/theme/theme2.xml><?xml version="1.0" encoding="utf-8"?>
<a:theme xmlns:a="http://schemas.openxmlformats.org/drawingml/2006/main" name="Office-tema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9315a3d-10f3-4290-a9ac-f9b0ff3e5f5e">
      <Terms xmlns="http://schemas.microsoft.com/office/infopath/2007/PartnerControls"/>
    </lcf76f155ced4ddcb4097134ff3c332f>
    <TaxCatchAll xmlns="31583c00-91dc-4cbc-a08d-eb44bc0cfc09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1185E3773A142ADFF0DD3316D5858" ma:contentTypeVersion="20" ma:contentTypeDescription="Create a new document." ma:contentTypeScope="" ma:versionID="e587ae908042432edf45b3075c44b77f">
  <xsd:schema xmlns:xsd="http://www.w3.org/2001/XMLSchema" xmlns:xs="http://www.w3.org/2001/XMLSchema" xmlns:p="http://schemas.microsoft.com/office/2006/metadata/properties" xmlns:ns1="http://schemas.microsoft.com/sharepoint/v3" xmlns:ns2="29315a3d-10f3-4290-a9ac-f9b0ff3e5f5e" xmlns:ns3="5009a61c-9d0b-4b41-bb09-cf6818589286" xmlns:ns4="31583c00-91dc-4cbc-a08d-eb44bc0cfc09" targetNamespace="http://schemas.microsoft.com/office/2006/metadata/properties" ma:root="true" ma:fieldsID="b027b04da0d4c80534ee11be0b2a32bd" ns1:_="" ns2:_="" ns3:_="" ns4:_="">
    <xsd:import namespace="http://schemas.microsoft.com/sharepoint/v3"/>
    <xsd:import namespace="29315a3d-10f3-4290-a9ac-f9b0ff3e5f5e"/>
    <xsd:import namespace="5009a61c-9d0b-4b41-bb09-cf6818589286"/>
    <xsd:import namespace="31583c00-91dc-4cbc-a08d-eb44bc0cfc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15a3d-10f3-4290-a9ac-f9b0ff3e5f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03b1389-14e1-41a5-be6c-9f77b12621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9a61c-9d0b-4b41-bb09-cf68185892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83c00-91dc-4cbc-a08d-eb44bc0cfc0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93713ef-acc1-4ed5-a9b9-5073845a5478}" ma:internalName="TaxCatchAll" ma:showField="CatchAllData" ma:web="5009a61c-9d0b-4b41-bb09-cf6818589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E6433A-8CD8-42D5-BCB0-2B9A1CB6E6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9315a3d-10f3-4290-a9ac-f9b0ff3e5f5e"/>
    <ds:schemaRef ds:uri="31583c00-91dc-4cbc-a08d-eb44bc0cfc09"/>
  </ds:schemaRefs>
</ds:datastoreItem>
</file>

<file path=customXml/itemProps2.xml><?xml version="1.0" encoding="utf-8"?>
<ds:datastoreItem xmlns:ds="http://schemas.openxmlformats.org/officeDocument/2006/customXml" ds:itemID="{CEAEAE21-5629-49D5-ABA4-EC155181B3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C1866-ECBC-43E4-A690-59F5D54A64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9315a3d-10f3-4290-a9ac-f9b0ff3e5f5e"/>
    <ds:schemaRef ds:uri="5009a61c-9d0b-4b41-bb09-cf6818589286"/>
    <ds:schemaRef ds:uri="31583c00-91dc-4cbc-a08d-eb44bc0cf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KONE PowerPoint template (1)</Template>
  <TotalTime>0</TotalTime>
  <Words>834</Words>
  <Application>Microsoft Office PowerPoint</Application>
  <PresentationFormat>Widescreen</PresentationFormat>
  <Paragraphs>264</Paragraphs>
  <Slides>25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KONE Information</vt:lpstr>
      <vt:lpstr>Arial</vt:lpstr>
      <vt:lpstr>Inter</vt:lpstr>
      <vt:lpstr>Inter SemiBold</vt:lpstr>
      <vt:lpstr>Arial</vt:lpstr>
      <vt:lpstr>KONE</vt:lpstr>
      <vt:lpstr>Guiding principles to using  the KONE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Timeline</vt:lpstr>
      <vt:lpstr>Timeline</vt:lpstr>
      <vt:lpstr>Roadmap</vt:lpstr>
      <vt:lpstr>Project timeline</vt:lpstr>
      <vt:lpstr>Timeline</vt:lpstr>
      <vt:lpstr>Value proposition</vt:lpstr>
      <vt:lpstr>KONE icons For more information and material: brandbook.kone.com </vt:lpstr>
      <vt:lpstr>KONE numbers</vt:lpstr>
      <vt:lpstr>KONE illustrations For more information and material: brandbook.kone.com </vt:lpstr>
      <vt:lpstr>PowerPoint Presentation</vt:lpstr>
      <vt:lpstr>KONE colors</vt:lpstr>
      <vt:lpstr>Text &amp; typography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 Arvind</dc:creator>
  <cp:lastModifiedBy>L. Arvind</cp:lastModifiedBy>
  <cp:revision>1</cp:revision>
  <dcterms:created xsi:type="dcterms:W3CDTF">2026-07-23T02:36:03Z</dcterms:created>
  <dcterms:modified xsi:type="dcterms:W3CDTF">2026-07-23T02:36:25Z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ContentTypeId">
    <vt:lpwstr>0x010100CC41185E3773A142ADFF0DD3316D5858</vt:lpwstr>
  </property>
  <property fmtid="{D5CDD505-2E9C-101B-9397-08002B2CF9AE}" pid="4" name="ClassificationContentMarkingHeaderLocations">
    <vt:lpwstr>KONE:5</vt:lpwstr>
  </property>
  <property fmtid="{D5CDD505-2E9C-101B-9397-08002B2CF9AE}" pid="5" name="ClassificationContentMarkingHeaderText">
    <vt:lpwstr>KONE Internal</vt:lpwstr>
  </property>
</Properties>
</file>